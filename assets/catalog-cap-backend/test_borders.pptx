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slides/slide1.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2"/>
  </p:sldMasterIdLst>
  <p:sldIdLst>
    <p:sldId id="256"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varScale="1">
        <p:scale>
          <a:sx n="150" d="100"/>
          <a:sy n="150" d="100"/>
        </p:scale>
        <p:origin x="2946"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tableStyles" Target="tableStyles.xml"/><Relationship Id="rId2" Type="http://schemas.openxmlformats.org/officeDocument/2006/relationships/slideMaster" Target="slideMasters/slideMaster1.xml"/><Relationship Id="rId3" Type="http://schemas.openxmlformats.org/officeDocument/2006/relationships/theme" Target="theme/theme1.xml"/><Relationship Id="rId4" Type="http://schemas.openxmlformats.org/officeDocument/2006/relationships/viewProps" Target="viewProps.xml"/><Relationship Id="rId5" Type="http://schemas.openxmlformats.org/officeDocument/2006/relationships/presProps" Target="presProps.xml"/><Relationship Id="rId6"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www.sap.com/copyright" TargetMode="External"/><Relationship Id="rId7" Type="http://schemas.openxmlformats.org/officeDocument/2006/relationships/hyperlink" Target="https://www.youtube.com/user/SAP" TargetMode="External"/><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3.png"/><Relationship Id="rId11" Type="http://schemas.openxmlformats.org/officeDocument/2006/relationships/hyperlink" Target="https://www.facebook.com/SAP" TargetMode="External"/><Relationship Id="rId5" Type="http://schemas.openxmlformats.org/officeDocument/2006/relationships/hyperlink" Target="https://www.linkedin.com/company/sap" TargetMode="External"/><Relationship Id="rId10" Type="http://schemas.openxmlformats.org/officeDocument/2006/relationships/image" Target="../media/image5.png"/><Relationship Id="rId4" Type="http://schemas.openxmlformats.org/officeDocument/2006/relationships/hyperlink" Target="https://www.sap.com/registration/contact.html" TargetMode="External"/><Relationship Id="rId9" Type="http://schemas.openxmlformats.org/officeDocument/2006/relationships/hyperlink" Target="https://twitter.com/sap"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Title"/>
          <p:cNvSpPr>
            <a:spLocks noGrp="1"/>
          </p:cNvSpPr>
          <p:nvPr>
            <p:ph type="title" hasCustomPrompt="1"/>
          </p:nvPr>
        </p:nvSpPr>
        <p:spPr/>
        <p:txBody>
          <a:bodyPr/>
          <a:lstStyle/>
          <a:p>
            <a:r>
              <a:rPr lang="en-US" noProof="0"/>
              <a:t>Insert page title (sentence case)</a:t>
            </a:r>
            <a:endParaRPr lang="en-US"/>
          </a:p>
        </p:txBody>
      </p:sp>
    </p:spTree>
    <p:extLst>
      <p:ext uri="{BB962C8B-B14F-4D97-AF65-F5344CB8AC3E}">
        <p14:creationId xmlns:p14="http://schemas.microsoft.com/office/powerpoint/2010/main" val="1567848227"/>
      </p:ext>
    </p:extLst>
  </p:cSld>
  <p:clrMapOvr>
    <a:masterClrMapping/>
  </p:clrMapOvr>
  <p:extLst>
    <p:ext uri="{DCECCB84-F9BA-43D5-87BE-67443E8EF086}">
      <p15:sldGuideLst xmlns:p15="http://schemas.microsoft.com/office/powerpoint/2012/main">
        <p15:guide id="1" pos="317">
          <p15:clr>
            <a:srgbClr val="FBAE40"/>
          </p15:clr>
        </p15:guide>
        <p15:guide id="2" orient="horz" pos="317">
          <p15:clr>
            <a:srgbClr val="FBAE40"/>
          </p15:clr>
        </p15:guide>
        <p15:guide id="3" pos="7364">
          <p15:clr>
            <a:srgbClr val="FBAE40"/>
          </p15:clr>
        </p15:guide>
        <p15:guide id="4" orient="horz" pos="551">
          <p15:clr>
            <a:srgbClr val="FBAE40"/>
          </p15:clr>
        </p15:guide>
        <p15:guide id="5" orient="horz" pos="399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Copyright">
    <p:spTree>
      <p:nvGrpSpPr>
        <p:cNvPr id="1" name=""/>
        <p:cNvGrpSpPr/>
        <p:nvPr/>
      </p:nvGrpSpPr>
      <p:grpSpPr>
        <a:xfrm>
          <a:off x="0" y="0"/>
          <a:ext cx="0" cy="0"/>
          <a:chOff x="0" y="0"/>
          <a:chExt cx="0" cy="0"/>
        </a:xfrm>
      </p:grpSpPr>
      <p:pic>
        <p:nvPicPr>
          <p:cNvPr id="16" name="SAP Logo" descr="SAP Logo" title="SAP Logo"/>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723033" y="5994000"/>
            <a:ext cx="1963124" cy="360000"/>
          </a:xfrm>
          <a:prstGeom prst="rect">
            <a:avLst/>
          </a:prstGeom>
        </p:spPr>
      </p:pic>
      <p:sp>
        <p:nvSpPr>
          <p:cNvPr id="19" name="Copyright information English"/>
          <p:cNvSpPr txBox="1"/>
          <p:nvPr userDrawn="1"/>
        </p:nvSpPr>
        <p:spPr bwMode="black">
          <a:xfrm>
            <a:off x="503107" y="2645292"/>
            <a:ext cx="5870781" cy="3708708"/>
          </a:xfrm>
          <a:prstGeom prst="rect">
            <a:avLst/>
          </a:prstGeom>
          <a:noFill/>
        </p:spPr>
        <p:txBody>
          <a:bodyPr wrap="square" lIns="0" tIns="0" rIns="0" bIns="0" rtlCol="0" anchor="b">
            <a:noAutofit/>
          </a:bodyPr>
          <a:lstStyle/>
          <a:p>
            <a:pPr marL="0" marR="0" lvl="0" indent="0" algn="l" defTabSz="1088122" rtl="0" eaLnBrk="1" fontAlgn="auto" latinLnBrk="0" hangingPunct="1">
              <a:lnSpc>
                <a:spcPct val="100000"/>
              </a:lnSpc>
              <a:spcBef>
                <a:spcPts val="1200"/>
              </a:spcBef>
              <a:spcAft>
                <a:spcPts val="0"/>
              </a:spcAft>
              <a:buClrTx/>
              <a:buSzTx/>
              <a:buFontTx/>
              <a:buNone/>
              <a:tabLst/>
              <a:defRPr/>
            </a:pPr>
            <a:r>
              <a:rPr lang="en-US" sz="800" b="0" noProof="0" dirty="0">
                <a:latin typeface="72" panose="020B0503030000000003" pitchFamily="34" charset="0"/>
              </a:rPr>
              <a:t>© 2026 SAP SE or an SAP affiliate company. All rights reserved.</a:t>
            </a:r>
            <a:endParaRPr lang="de-DE" sz="800" kern="0" dirty="0">
              <a:latin typeface="72" panose="020B0503030000000003" pitchFamily="34" charset="0"/>
              <a:ea typeface="Arial Unicode MS" pitchFamily="34" charset="-128"/>
              <a:cs typeface="72" panose="020B0503030000000003" pitchFamily="34" charset="0"/>
            </a:endParaRPr>
          </a:p>
          <a:p>
            <a:pPr>
              <a:spcBef>
                <a:spcPts val="600"/>
              </a:spcBef>
            </a:pPr>
            <a:r>
              <a:rPr lang="en-US" sz="800" kern="1200" dirty="0">
                <a:solidFill>
                  <a:schemeClr val="tx1"/>
                </a:solidFill>
                <a:latin typeface="72" panose="020B0503030000000003" pitchFamily="34" charset="0"/>
                <a:ea typeface="Arial Unicode MS" panose="020B0604020202020204" pitchFamily="34" charset="-128"/>
                <a:cs typeface="+mn-cs"/>
              </a:rPr>
              <a:t>No part of this publication may be reproduced or transmitted in any form or for any purpose without the express permission of SAP SE or an SAP affiliate company.</a:t>
            </a:r>
          </a:p>
          <a:p>
            <a:pPr>
              <a:spcBef>
                <a:spcPts val="600"/>
              </a:spcBef>
            </a:pPr>
            <a:r>
              <a:rPr lang="en-US" sz="800" kern="1200" dirty="0">
                <a:solidFill>
                  <a:schemeClr val="tx1"/>
                </a:solidFill>
                <a:latin typeface="72" panose="020B0503030000000003" pitchFamily="34" charset="0"/>
                <a:ea typeface="Arial Unicode MS" panose="020B0604020202020204" pitchFamily="34" charset="-128"/>
                <a:cs typeface="+mn-cs"/>
              </a:rPr>
              <a:t>The information contained herein may be changed without prior notice. Some software products marketed by SAP SE and its distributors contain proprietary software components of other software vendors. National product specifications may vary.</a:t>
            </a:r>
          </a:p>
          <a:p>
            <a:pPr>
              <a:spcBef>
                <a:spcPts val="600"/>
              </a:spcBef>
            </a:pPr>
            <a:r>
              <a:rPr lang="en-US" sz="800" kern="1200" dirty="0">
                <a:solidFill>
                  <a:schemeClr val="tx1"/>
                </a:solidFill>
                <a:latin typeface="72" panose="020B0503030000000003" pitchFamily="34" charset="0"/>
                <a:ea typeface="Arial Unicode MS" panose="020B0604020202020204" pitchFamily="34" charset="-128"/>
                <a:cs typeface="+mn-cs"/>
              </a:rPr>
              <a:t>These materials are provided by SAP SE or an SAP affiliate company for informational purposes only, without representation or warranty of any kind, and SAP or its affiliated companies shall not be liable for errors or omissions with respect to the materials. The only warranties for SAP or SAP affiliate company products and services are those that are set forth in the express warranty statements accompanying such products and services, if any. Nothing herein should be construed as constituting an additional warranty. </a:t>
            </a:r>
          </a:p>
          <a:p>
            <a:pPr>
              <a:spcBef>
                <a:spcPts val="600"/>
              </a:spcBef>
            </a:pPr>
            <a:r>
              <a:rPr lang="en-US" sz="800" kern="1200" dirty="0">
                <a:solidFill>
                  <a:schemeClr val="tx1"/>
                </a:solidFill>
                <a:latin typeface="72" panose="020B0503030000000003" pitchFamily="34" charset="0"/>
                <a:ea typeface="Arial Unicode MS" panose="020B0604020202020204" pitchFamily="34" charset="-128"/>
                <a:cs typeface="+mn-cs"/>
              </a:rPr>
              <a:t>In particular, SAP SE or its affiliated companies have no obligation to pursue any course of business outlined in this document or any related presentation, or to develop or release any functionality mentioned therein. This document, or any related presentation, and SAP SE’s or its affiliated companies’ strategy and possible future developments, products, and/or platforms, directions, and functionality are all subject to change and may be changed by SAP SE or its affiliated companies at any time for any reason without notice. The information in this document is not a commitment, promise, or legal obligation to deliver any material, code, or functionality. All forward-looking statements are subject to various</a:t>
            </a:r>
            <a:r>
              <a:rPr lang="en-US" sz="800" kern="1200" baseline="0" dirty="0">
                <a:solidFill>
                  <a:schemeClr val="tx1"/>
                </a:solidFill>
                <a:latin typeface="72" panose="020B0503030000000003" pitchFamily="34" charset="0"/>
                <a:ea typeface="Arial Unicode MS" panose="020B0604020202020204" pitchFamily="34" charset="-128"/>
                <a:cs typeface="+mn-cs"/>
              </a:rPr>
              <a:t> </a:t>
            </a:r>
            <a:r>
              <a:rPr lang="en-US" sz="800" kern="1200" dirty="0">
                <a:solidFill>
                  <a:schemeClr val="tx1"/>
                </a:solidFill>
                <a:latin typeface="72" panose="020B0503030000000003" pitchFamily="34" charset="0"/>
                <a:ea typeface="Arial Unicode MS" panose="020B0604020202020204" pitchFamily="34" charset="-128"/>
                <a:cs typeface="+mn-cs"/>
              </a:rPr>
              <a:t>risks and uncertainties that could cause actual results to differ materially from expectations. Readers are cautioned not to place undue reliance on these forward-looking statements, and they should not be relied upon in making purchasing decisions.</a:t>
            </a:r>
          </a:p>
          <a:p>
            <a:pPr>
              <a:spcBef>
                <a:spcPts val="600"/>
              </a:spcBef>
            </a:pPr>
            <a:r>
              <a:rPr lang="en-US" sz="800" kern="1200" dirty="0">
                <a:solidFill>
                  <a:schemeClr val="tx1"/>
                </a:solidFill>
                <a:latin typeface="72" panose="020B0503030000000003" pitchFamily="34" charset="0"/>
                <a:ea typeface="Arial Unicode MS" panose="020B0604020202020204" pitchFamily="34" charset="-128"/>
                <a:cs typeface="+mn-cs"/>
              </a:rPr>
              <a:t>SAP and other SAP products and services mentioned herein as well as their respective logos are trademarks or registered trademarks of SAP SE (or an SAP affiliate company) in Germany and other countries. All other product and service names mentioned are the trademarks of their respective companies. </a:t>
            </a:r>
          </a:p>
          <a:p>
            <a:pPr>
              <a:spcBef>
                <a:spcPts val="600"/>
              </a:spcBef>
            </a:pPr>
            <a:r>
              <a:rPr lang="en-US" sz="800" kern="1200" dirty="0">
                <a:solidFill>
                  <a:schemeClr val="tx1"/>
                </a:solidFill>
                <a:latin typeface="72" panose="020B0503030000000003" pitchFamily="34" charset="0"/>
                <a:ea typeface="Arial Unicode MS" panose="020B0604020202020204" pitchFamily="34" charset="-128"/>
                <a:cs typeface="+mn-cs"/>
              </a:rPr>
              <a:t>See </a:t>
            </a:r>
            <a:r>
              <a:rPr lang="en-US" sz="800" kern="1200" dirty="0">
                <a:solidFill>
                  <a:schemeClr val="tx1"/>
                </a:solidFill>
                <a:latin typeface="72" panose="020B0503030000000003" pitchFamily="34" charset="0"/>
                <a:ea typeface="Arial Unicode MS" panose="020B0604020202020204" pitchFamily="34" charset="-128"/>
                <a:cs typeface="+mn-cs"/>
                <a:hlinkClick r:id="rId3"/>
              </a:rPr>
              <a:t>www.sap.com/copyright</a:t>
            </a:r>
            <a:r>
              <a:rPr lang="en-US" sz="800" kern="1200" dirty="0">
                <a:solidFill>
                  <a:schemeClr val="tx1"/>
                </a:solidFill>
                <a:latin typeface="72" panose="020B0503030000000003" pitchFamily="34" charset="0"/>
                <a:ea typeface="Arial Unicode MS" panose="020B0604020202020204" pitchFamily="34" charset="-128"/>
                <a:cs typeface="+mn-cs"/>
              </a:rPr>
              <a:t> for additional trademark information and notices.</a:t>
            </a:r>
          </a:p>
        </p:txBody>
      </p:sp>
      <p:sp>
        <p:nvSpPr>
          <p:cNvPr id="44" name="www.sap.com - contact SAP link">
            <a:hlinkClick r:id="rId4" tooltip="www.sap.com/contactsap"/>
          </p:cNvPr>
          <p:cNvSpPr txBox="1"/>
          <p:nvPr userDrawn="1"/>
        </p:nvSpPr>
        <p:spPr bwMode="black">
          <a:xfrm>
            <a:off x="503107" y="2461401"/>
            <a:ext cx="2214813" cy="169277"/>
          </a:xfrm>
          <a:prstGeom prst="rect">
            <a:avLst/>
          </a:prstGeom>
          <a:noFill/>
        </p:spPr>
        <p:txBody>
          <a:bodyPr wrap="square" lIns="0" tIns="0" rIns="0" bIns="0" rtlCol="0" anchor="b">
            <a:noAutofit/>
          </a:bodyPr>
          <a:lstStyle/>
          <a:p>
            <a:pPr marL="0" marR="0" lvl="0" indent="0" algn="l" defTabSz="1088122" rtl="0" eaLnBrk="1" fontAlgn="auto" latinLnBrk="0" hangingPunct="1">
              <a:lnSpc>
                <a:spcPct val="100000"/>
              </a:lnSpc>
              <a:spcBef>
                <a:spcPts val="1200"/>
              </a:spcBef>
              <a:spcAft>
                <a:spcPts val="0"/>
              </a:spcAft>
              <a:buClrTx/>
              <a:buSzTx/>
              <a:buFontTx/>
              <a:buNone/>
              <a:tabLst/>
              <a:defRPr/>
            </a:pPr>
            <a:r>
              <a:rPr lang="en-US" sz="1100" b="1" kern="1200">
                <a:solidFill>
                  <a:schemeClr val="accent1"/>
                </a:solidFill>
                <a:latin typeface="72" panose="020B0503030000000003" pitchFamily="34" charset="0"/>
                <a:ea typeface="Arial Unicode MS" panose="020B0604020202020204" pitchFamily="34" charset="-128"/>
                <a:cs typeface="+mn-cs"/>
              </a:rPr>
              <a:t>www.sap.com</a:t>
            </a:r>
            <a:r>
              <a:rPr lang="en-US" sz="1100" b="1" kern="1200">
                <a:solidFill>
                  <a:schemeClr val="tx1"/>
                </a:solidFill>
                <a:latin typeface="72" panose="020B0503030000000003" pitchFamily="34" charset="0"/>
                <a:ea typeface="Arial Unicode MS" panose="020B0604020202020204" pitchFamily="34" charset="-128"/>
                <a:cs typeface="+mn-cs"/>
              </a:rPr>
              <a:t>/contactsap</a:t>
            </a:r>
          </a:p>
        </p:txBody>
      </p:sp>
      <p:sp>
        <p:nvSpPr>
          <p:cNvPr id="43" name="Follow all of SAP"/>
          <p:cNvSpPr txBox="1"/>
          <p:nvPr userDrawn="1"/>
        </p:nvSpPr>
        <p:spPr bwMode="black">
          <a:xfrm>
            <a:off x="503109" y="1461004"/>
            <a:ext cx="1228229" cy="169277"/>
          </a:xfrm>
          <a:prstGeom prst="rect">
            <a:avLst/>
          </a:prstGeom>
          <a:noFill/>
        </p:spPr>
        <p:txBody>
          <a:bodyPr wrap="square" lIns="0" tIns="0" rIns="0" bIns="0" rtlCol="0" anchor="b">
            <a:noAutofit/>
          </a:bodyPr>
          <a:lstStyle/>
          <a:p>
            <a:pPr marL="0" marR="0" lvl="0" indent="0" algn="l" defTabSz="1088122" rtl="0" eaLnBrk="1" fontAlgn="auto" latinLnBrk="0" hangingPunct="1">
              <a:lnSpc>
                <a:spcPct val="100000"/>
              </a:lnSpc>
              <a:spcBef>
                <a:spcPts val="1200"/>
              </a:spcBef>
              <a:spcAft>
                <a:spcPts val="0"/>
              </a:spcAft>
              <a:buClrTx/>
              <a:buSzTx/>
              <a:buFontTx/>
              <a:buNone/>
              <a:tabLst/>
              <a:defRPr/>
            </a:pPr>
            <a:r>
              <a:rPr lang="en-US" sz="1100" b="0" kern="1200">
                <a:solidFill>
                  <a:schemeClr val="tx1"/>
                </a:solidFill>
                <a:latin typeface="72" panose="020B0503030000000003" pitchFamily="34" charset="0"/>
                <a:ea typeface="Arial Unicode MS" panose="020B0604020202020204" pitchFamily="34" charset="-128"/>
                <a:cs typeface="+mn-cs"/>
              </a:rPr>
              <a:t>Follow us</a:t>
            </a:r>
          </a:p>
        </p:txBody>
      </p:sp>
      <p:pic>
        <p:nvPicPr>
          <p:cNvPr id="10" name="Linkedin icon with link">
            <a:hlinkClick r:id="rId5"/>
            <a:extLst>
              <a:ext uri="{FF2B5EF4-FFF2-40B4-BE49-F238E27FC236}">
                <a16:creationId xmlns:a16="http://schemas.microsoft.com/office/drawing/2014/main" id="{D03BED7D-4C1C-D348-B7EC-3275C42250B4}"/>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2256901" y="1749961"/>
            <a:ext cx="361715" cy="361809"/>
          </a:xfrm>
          <a:prstGeom prst="rect">
            <a:avLst/>
          </a:prstGeom>
        </p:spPr>
      </p:pic>
      <p:pic>
        <p:nvPicPr>
          <p:cNvPr id="11" name="YouTube icon with link">
            <a:hlinkClick r:id="rId7"/>
            <a:extLst>
              <a:ext uri="{FF2B5EF4-FFF2-40B4-BE49-F238E27FC236}">
                <a16:creationId xmlns:a16="http://schemas.microsoft.com/office/drawing/2014/main" id="{4550E8CF-5571-DB45-85AB-8ACD63D7F0D9}"/>
              </a:ext>
            </a:extLst>
          </p:cNvPr>
          <p:cNvPicPr>
            <a:picLocks noChangeAspect="1"/>
          </p:cNvPicPr>
          <p:nvPr userDrawn="1"/>
        </p:nvPicPr>
        <p:blipFill>
          <a:blip r:embed="rId8" cstate="screen">
            <a:extLst>
              <a:ext uri="{28A0092B-C50C-407E-A947-70E740481C1C}">
                <a14:useLocalDpi xmlns:a14="http://schemas.microsoft.com/office/drawing/2010/main"/>
              </a:ext>
            </a:extLst>
          </a:blip>
          <a:srcRect/>
          <a:stretch/>
        </p:blipFill>
        <p:spPr>
          <a:xfrm>
            <a:off x="1666517" y="1749063"/>
            <a:ext cx="363505" cy="363600"/>
          </a:xfrm>
          <a:prstGeom prst="rect">
            <a:avLst/>
          </a:prstGeom>
        </p:spPr>
      </p:pic>
      <p:pic>
        <p:nvPicPr>
          <p:cNvPr id="12" name="Twitter icon with link">
            <a:hlinkClick r:id="rId9" tooltip="https://twitter.com/sap"/>
            <a:extLst>
              <a:ext uri="{FF2B5EF4-FFF2-40B4-BE49-F238E27FC236}">
                <a16:creationId xmlns:a16="http://schemas.microsoft.com/office/drawing/2014/main" id="{3A3DEA53-744B-5D49-B9C4-B3DD2B6F8890}"/>
              </a:ext>
            </a:extLst>
          </p:cNvPr>
          <p:cNvPicPr>
            <a:picLocks noChangeAspect="1"/>
          </p:cNvPicPr>
          <p:nvPr userDrawn="1"/>
        </p:nvPicPr>
        <p:blipFill>
          <a:blip r:embed="rId10" cstate="screen">
            <a:extLst>
              <a:ext uri="{28A0092B-C50C-407E-A947-70E740481C1C}">
                <a14:useLocalDpi xmlns:a14="http://schemas.microsoft.com/office/drawing/2010/main"/>
              </a:ext>
            </a:extLst>
          </a:blip>
          <a:srcRect/>
          <a:stretch/>
        </p:blipFill>
        <p:spPr>
          <a:xfrm>
            <a:off x="1077927" y="1749961"/>
            <a:ext cx="361715" cy="361809"/>
          </a:xfrm>
          <a:prstGeom prst="rect">
            <a:avLst/>
          </a:prstGeom>
        </p:spPr>
      </p:pic>
      <p:pic>
        <p:nvPicPr>
          <p:cNvPr id="13" name="Facebook icon with link">
            <a:hlinkClick r:id="rId11"/>
            <a:extLst>
              <a:ext uri="{FF2B5EF4-FFF2-40B4-BE49-F238E27FC236}">
                <a16:creationId xmlns:a16="http://schemas.microsoft.com/office/drawing/2014/main" id="{0574D7D9-99A0-C642-8DCC-BBDFBACB0C47}"/>
              </a:ext>
            </a:extLst>
          </p:cNvPr>
          <p:cNvPicPr>
            <a:picLocks noChangeAspect="1"/>
          </p:cNvPicPr>
          <p:nvPr userDrawn="1"/>
        </p:nvPicPr>
        <p:blipFill>
          <a:blip r:embed="rId12" cstate="screen">
            <a:extLst>
              <a:ext uri="{28A0092B-C50C-407E-A947-70E740481C1C}">
                <a14:useLocalDpi xmlns:a14="http://schemas.microsoft.com/office/drawing/2010/main"/>
              </a:ext>
            </a:extLst>
          </a:blip>
          <a:srcRect/>
          <a:stretch/>
        </p:blipFill>
        <p:spPr>
          <a:xfrm>
            <a:off x="487543" y="1749063"/>
            <a:ext cx="363505" cy="363600"/>
          </a:xfrm>
          <a:prstGeom prst="rect">
            <a:avLst/>
          </a:prstGeom>
        </p:spPr>
      </p:pic>
    </p:spTree>
    <p:extLst>
      <p:ext uri="{BB962C8B-B14F-4D97-AF65-F5344CB8AC3E}">
        <p14:creationId xmlns:p14="http://schemas.microsoft.com/office/powerpoint/2010/main" val="82524440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57293E41-954C-9E9C-7DE2-32FEDBD5A1C6}"/>
              </a:ext>
            </a:extLst>
          </p:cNvPr>
          <p:cNvSpPr/>
          <p:nvPr userDrawn="1"/>
        </p:nvSpPr>
        <p:spPr bwMode="gray">
          <a:xfrm>
            <a:off x="0" y="0"/>
            <a:ext cx="12192000" cy="6858000"/>
          </a:xfrm>
          <a:prstGeom prst="rect">
            <a:avLst/>
          </a:prstGeom>
          <a:solidFill>
            <a:schemeClr val="bg1"/>
          </a:solidFill>
          <a:ln w="15238" cap="flat">
            <a:noFill/>
            <a:prstDash val="solid"/>
            <a:miter/>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a:ln>
                <a:noFill/>
              </a:ln>
              <a:effectLst/>
              <a:uLnTx/>
              <a:uFillTx/>
              <a:latin typeface="72 Brand" panose="020B0504030603020204" pitchFamily="34" charset="0"/>
              <a:ea typeface="Arial Unicode MS" pitchFamily="34" charset="-128"/>
              <a:cs typeface="Arial Unicode MS" pitchFamily="34" charset="-128"/>
            </a:endParaRPr>
          </a:p>
        </p:txBody>
      </p:sp>
      <p:sp>
        <p:nvSpPr>
          <p:cNvPr id="34" name="Slide number"/>
          <p:cNvSpPr txBox="1"/>
          <p:nvPr userDrawn="1"/>
        </p:nvSpPr>
        <p:spPr bwMode="black">
          <a:xfrm>
            <a:off x="11543201" y="6536752"/>
            <a:ext cx="144232"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
        <p:nvSpPr>
          <p:cNvPr id="12" name="Copyright Placeholder" descr="{&quot;templafy&quot;:{&quot;id&quot;:&quot;1df0b5c3-c399-4d80-afa5-baa0f5e07b52&quot;}}">
            <a:extLst>
              <a:ext uri="{FF2B5EF4-FFF2-40B4-BE49-F238E27FC236}">
                <a16:creationId xmlns:a16="http://schemas.microsoft.com/office/drawing/2014/main" id="{539D88F9-B48F-F143-B90F-EDFB85A350E8}"/>
              </a:ext>
            </a:extLst>
          </p:cNvPr>
          <p:cNvSpPr txBox="1">
            <a:spLocks/>
          </p:cNvSpPr>
          <p:nvPr userDrawn="1"/>
        </p:nvSpPr>
        <p:spPr>
          <a:xfrm>
            <a:off x="503870" y="6536751"/>
            <a:ext cx="10152956" cy="138498"/>
          </a:xfrm>
          <a:prstGeom prst="rect">
            <a:avLst/>
          </a:prstGeom>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Font typeface="Arial" panose="020B0604020202020204" pitchFamily="34" charset="0"/>
              <a:buNone/>
            </a:pPr>
            <a:r>
              <a:rPr lang="en-DE" sz="600" dirty="0">
                <a:solidFill>
                  <a:srgbClr val="000000">
                    <a:alpha val="50000"/>
                  </a:srgbClr>
                </a:solidFill>
                <a:latin typeface="72 Brand" panose="020B0504030603020204" pitchFamily="34" charset="0"/>
              </a:rPr>
              <a:t>INTERNAL</a:t>
            </a:r>
            <a:endParaRPr lang="en-US" sz="600" b="0" i="0" dirty="0">
              <a:latin typeface="Arial" panose="020B0604020202020204" pitchFamily="34" charset="0"/>
            </a:endParaRPr>
          </a:p>
        </p:txBody>
      </p:sp>
      <p:sp>
        <p:nvSpPr>
          <p:cNvPr id="3" name="Text Placeholder"/>
          <p:cNvSpPr>
            <a:spLocks noGrp="1"/>
          </p:cNvSpPr>
          <p:nvPr userDrawn="1">
            <p:ph type="body" idx="1"/>
          </p:nvPr>
        </p:nvSpPr>
        <p:spPr bwMode="black">
          <a:xfrm>
            <a:off x="503870" y="1548560"/>
            <a:ext cx="11183564" cy="4716000"/>
          </a:xfrm>
          <a:prstGeom prst="rect">
            <a:avLst/>
          </a:prstGeom>
        </p:spPr>
        <p:txBody>
          <a:bodyPr vert="horz" lIns="0" tIns="0" rIns="0" bIns="0" rtlCol="0">
            <a:normAutofit/>
          </a:bodyPr>
          <a:lstStyle/>
          <a:p>
            <a:pPr lvl="0"/>
            <a:r>
              <a:rPr lang="en-US" noProof="0"/>
              <a:t>First level</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Placeholder"/>
          <p:cNvSpPr>
            <a:spLocks noGrp="1"/>
          </p:cNvSpPr>
          <p:nvPr userDrawn="1">
            <p:ph type="title"/>
          </p:nvPr>
        </p:nvSpPr>
        <p:spPr bwMode="black">
          <a:xfrm>
            <a:off x="503870" y="504000"/>
            <a:ext cx="11183564" cy="369332"/>
          </a:xfrm>
          <a:prstGeom prst="rect">
            <a:avLst/>
          </a:prstGeom>
        </p:spPr>
        <p:txBody>
          <a:bodyPr vert="horz" wrap="square" lIns="0" tIns="0" rIns="0" bIns="0" rtlCol="0" anchor="t" anchorCtr="0">
            <a:spAutoFit/>
          </a:bodyPr>
          <a:lstStyle/>
          <a:p>
            <a:r>
              <a:rPr lang="en-US" noProof="0"/>
              <a:t>Insert page title (sentence case)</a:t>
            </a:r>
          </a:p>
        </p:txBody>
      </p:sp>
      <p:grpSp>
        <p:nvGrpSpPr>
          <p:cNvPr id="6" name="Harvey 3" hidden="1">
            <a:extLst>
              <a:ext uri="{FF2B5EF4-FFF2-40B4-BE49-F238E27FC236}">
                <a16:creationId xmlns:a16="http://schemas.microsoft.com/office/drawing/2014/main" id="{B3E7C216-6801-4AB8-8D95-E7D60F39B210}"/>
              </a:ext>
            </a:extLst>
          </p:cNvPr>
          <p:cNvGrpSpPr>
            <a:grpSpLocks/>
          </p:cNvGrpSpPr>
          <p:nvPr userDrawn="1"/>
        </p:nvGrpSpPr>
        <p:grpSpPr>
          <a:xfrm>
            <a:off x="3937773" y="3978000"/>
            <a:ext cx="1024611" cy="1024878"/>
            <a:chOff x="0" y="0"/>
            <a:chExt cx="914400" cy="914400"/>
          </a:xfrm>
          <a:solidFill>
            <a:schemeClr val="accent1"/>
          </a:solidFill>
        </p:grpSpPr>
        <p:sp>
          <p:nvSpPr>
            <p:cNvPr id="7" name="Harvey 0/3 [0]">
              <a:extLst>
                <a:ext uri="{FF2B5EF4-FFF2-40B4-BE49-F238E27FC236}">
                  <a16:creationId xmlns:a16="http://schemas.microsoft.com/office/drawing/2014/main" id="{FC8CECD5-A3FB-4DD5-A846-DC09FDB6EB04}"/>
                </a:ext>
              </a:extLst>
            </p:cNvPr>
            <p:cNvSpPr>
              <a:spLocks noChangeAspect="1"/>
            </p:cNvSpPr>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8" name="Harvey 1/3 [1]">
              <a:extLst>
                <a:ext uri="{FF2B5EF4-FFF2-40B4-BE49-F238E27FC236}">
                  <a16:creationId xmlns:a16="http://schemas.microsoft.com/office/drawing/2014/main" id="{750B853B-8389-4427-AFB9-1CE880FE9BEE}"/>
                </a:ext>
              </a:extLst>
            </p:cNvPr>
            <p:cNvSpPr>
              <a:spLocks noChangeAspect="1"/>
            </p:cNvSpPr>
            <p:nvPr/>
          </p:nvSpPr>
          <p:spPr>
            <a:xfrm>
              <a:off x="0" y="0"/>
              <a:ext cx="914400" cy="914400"/>
            </a:xfrm>
            <a:custGeom>
              <a:avLst/>
              <a:gdLst/>
              <a:ahLst/>
              <a:cxnLst/>
              <a:rect l="l" t="t" r="r" b="b"/>
              <a:pathLst>
                <a:path w="635000" h="635000">
                  <a:moveTo>
                    <a:pt x="317500" y="0"/>
                  </a:moveTo>
                  <a:arcTo wR="317500" hR="317500" stAng="16200000" swAng="7200000"/>
                  <a:lnTo>
                    <a:pt x="317500" y="317500"/>
                  </a:lnTo>
                  <a:close/>
                </a:path>
                <a:path w="635000" h="635000" fill="none">
                  <a:moveTo>
                    <a:pt x="592463" y="476249"/>
                  </a:moveTo>
                  <a:arcTo wR="317500" hR="317500" stAng="1800000" swAng="14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9" name="Harvey 2/3 [2]">
              <a:extLst>
                <a:ext uri="{FF2B5EF4-FFF2-40B4-BE49-F238E27FC236}">
                  <a16:creationId xmlns:a16="http://schemas.microsoft.com/office/drawing/2014/main" id="{0CA9A207-7055-4A72-8ED2-D82605C3D0C8}"/>
                </a:ext>
              </a:extLst>
            </p:cNvPr>
            <p:cNvSpPr>
              <a:spLocks noChangeAspect="1"/>
            </p:cNvSpPr>
            <p:nvPr/>
          </p:nvSpPr>
          <p:spPr>
            <a:xfrm>
              <a:off x="0" y="0"/>
              <a:ext cx="914400" cy="914400"/>
            </a:xfrm>
            <a:custGeom>
              <a:avLst/>
              <a:gdLst/>
              <a:ahLst/>
              <a:cxnLst/>
              <a:rect l="l" t="t" r="r" b="b"/>
              <a:pathLst>
                <a:path w="635000" h="635000">
                  <a:moveTo>
                    <a:pt x="317500" y="0"/>
                  </a:moveTo>
                  <a:arcTo wR="317500" hR="317500" stAng="16200000" swAng="14400000"/>
                  <a:lnTo>
                    <a:pt x="317500" y="317500"/>
                  </a:lnTo>
                  <a:close/>
                </a:path>
                <a:path w="635000" h="635000" fill="none">
                  <a:moveTo>
                    <a:pt x="42536" y="476250"/>
                  </a:moveTo>
                  <a:arcTo wR="317500" hR="317500" stAng="9000000" swAng="7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10" name="Harvey 3/3 [3]">
              <a:extLst>
                <a:ext uri="{FF2B5EF4-FFF2-40B4-BE49-F238E27FC236}">
                  <a16:creationId xmlns:a16="http://schemas.microsoft.com/office/drawing/2014/main" id="{4422C816-875A-41F5-9DC0-8DBAE4C5C6CB}"/>
                </a:ext>
              </a:extLst>
            </p:cNvPr>
            <p:cNvSpPr>
              <a:spLocks noChangeAspect="1"/>
            </p:cNvSpPr>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grpSp>
      <p:grpSp>
        <p:nvGrpSpPr>
          <p:cNvPr id="11" name="Harvey 4" hidden="1">
            <a:extLst>
              <a:ext uri="{FF2B5EF4-FFF2-40B4-BE49-F238E27FC236}">
                <a16:creationId xmlns:a16="http://schemas.microsoft.com/office/drawing/2014/main" id="{DDC5C333-7028-4F79-8940-98DC17723588}"/>
              </a:ext>
            </a:extLst>
          </p:cNvPr>
          <p:cNvGrpSpPr>
            <a:grpSpLocks/>
          </p:cNvGrpSpPr>
          <p:nvPr userDrawn="1"/>
        </p:nvGrpSpPr>
        <p:grpSpPr>
          <a:xfrm>
            <a:off x="5390102" y="3978000"/>
            <a:ext cx="1024611" cy="1024878"/>
            <a:chOff x="0" y="0"/>
            <a:chExt cx="914400" cy="914400"/>
          </a:xfrm>
          <a:solidFill>
            <a:schemeClr val="accent1"/>
          </a:solidFill>
        </p:grpSpPr>
        <p:sp>
          <p:nvSpPr>
            <p:cNvPr id="13" name="Harvey 0/4 [0]">
              <a:extLst>
                <a:ext uri="{FF2B5EF4-FFF2-40B4-BE49-F238E27FC236}">
                  <a16:creationId xmlns:a16="http://schemas.microsoft.com/office/drawing/2014/main" id="{70B331E2-39A8-4BAF-8DDD-C631B51EB56E}"/>
                </a:ext>
              </a:extLst>
            </p:cNvPr>
            <p:cNvSpPr>
              <a:spLocks noChangeAspect="1"/>
            </p:cNvSpPr>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14" name="Harvey 1/4 [1]">
              <a:extLst>
                <a:ext uri="{FF2B5EF4-FFF2-40B4-BE49-F238E27FC236}">
                  <a16:creationId xmlns:a16="http://schemas.microsoft.com/office/drawing/2014/main" id="{47F66FBA-2801-4875-BD13-0BF512FC3C6A}"/>
                </a:ext>
              </a:extLst>
            </p:cNvPr>
            <p:cNvSpPr>
              <a:spLocks noChangeAspect="1"/>
            </p:cNvSpPr>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15" name="Harvey 2/4 [2]">
              <a:extLst>
                <a:ext uri="{FF2B5EF4-FFF2-40B4-BE49-F238E27FC236}">
                  <a16:creationId xmlns:a16="http://schemas.microsoft.com/office/drawing/2014/main" id="{99673DAB-5272-45DC-B222-CA8CAA9FD2BB}"/>
                </a:ext>
              </a:extLst>
            </p:cNvPr>
            <p:cNvSpPr>
              <a:spLocks noChangeAspect="1"/>
            </p:cNvSpPr>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16" name="Harvey 3/4 [3]">
              <a:extLst>
                <a:ext uri="{FF2B5EF4-FFF2-40B4-BE49-F238E27FC236}">
                  <a16:creationId xmlns:a16="http://schemas.microsoft.com/office/drawing/2014/main" id="{F9B9444B-C98D-45FC-BA92-881D06827328}"/>
                </a:ext>
              </a:extLst>
            </p:cNvPr>
            <p:cNvSpPr>
              <a:spLocks noChangeAspect="1"/>
            </p:cNvSpPr>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17" name="Harvey 4/4 [4]">
              <a:extLst>
                <a:ext uri="{FF2B5EF4-FFF2-40B4-BE49-F238E27FC236}">
                  <a16:creationId xmlns:a16="http://schemas.microsoft.com/office/drawing/2014/main" id="{5FFB853D-F550-4F16-8269-A070A19E381C}"/>
                </a:ext>
              </a:extLst>
            </p:cNvPr>
            <p:cNvSpPr>
              <a:spLocks noChangeAspect="1"/>
            </p:cNvSpPr>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grpSp>
      <p:grpSp>
        <p:nvGrpSpPr>
          <p:cNvPr id="18" name="Harvey 8" hidden="1">
            <a:extLst>
              <a:ext uri="{FF2B5EF4-FFF2-40B4-BE49-F238E27FC236}">
                <a16:creationId xmlns:a16="http://schemas.microsoft.com/office/drawing/2014/main" id="{0630AB66-7B5F-41CE-A2EB-2EB4C67794AE}"/>
              </a:ext>
            </a:extLst>
          </p:cNvPr>
          <p:cNvGrpSpPr>
            <a:grpSpLocks/>
          </p:cNvGrpSpPr>
          <p:nvPr userDrawn="1"/>
        </p:nvGrpSpPr>
        <p:grpSpPr>
          <a:xfrm>
            <a:off x="6842432" y="3978000"/>
            <a:ext cx="1024611" cy="1024878"/>
            <a:chOff x="0" y="0"/>
            <a:chExt cx="914400" cy="914400"/>
          </a:xfrm>
          <a:solidFill>
            <a:schemeClr val="accent1"/>
          </a:solidFill>
        </p:grpSpPr>
        <p:sp>
          <p:nvSpPr>
            <p:cNvPr id="19" name="Harvey 0/8 [0]">
              <a:extLst>
                <a:ext uri="{FF2B5EF4-FFF2-40B4-BE49-F238E27FC236}">
                  <a16:creationId xmlns:a16="http://schemas.microsoft.com/office/drawing/2014/main" id="{051D5678-1EFE-40CF-8563-B5E9EA35A271}"/>
                </a:ext>
              </a:extLst>
            </p:cNvPr>
            <p:cNvSpPr>
              <a:spLocks noChangeAspect="1"/>
            </p:cNvSpPr>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20" name="Harvey 1/8 [1]">
              <a:extLst>
                <a:ext uri="{FF2B5EF4-FFF2-40B4-BE49-F238E27FC236}">
                  <a16:creationId xmlns:a16="http://schemas.microsoft.com/office/drawing/2014/main" id="{E5DDEB4B-B8B3-42DA-AF30-4FD0A1770D91}"/>
                </a:ext>
              </a:extLst>
            </p:cNvPr>
            <p:cNvSpPr>
              <a:spLocks noChangeAspect="1"/>
            </p:cNvSpPr>
            <p:nvPr/>
          </p:nvSpPr>
          <p:spPr>
            <a:xfrm>
              <a:off x="0" y="0"/>
              <a:ext cx="914400" cy="914400"/>
            </a:xfrm>
            <a:custGeom>
              <a:avLst/>
              <a:gdLst/>
              <a:ahLst/>
              <a:cxnLst/>
              <a:rect l="l" t="t" r="r" b="b"/>
              <a:pathLst>
                <a:path w="635000" h="635000">
                  <a:moveTo>
                    <a:pt x="317500" y="0"/>
                  </a:moveTo>
                  <a:arcTo wR="317500" hR="317500" stAng="16200000" swAng="2700000"/>
                  <a:lnTo>
                    <a:pt x="317500" y="317500"/>
                  </a:lnTo>
                  <a:close/>
                </a:path>
                <a:path w="635000" h="635000" fill="none">
                  <a:moveTo>
                    <a:pt x="542006" y="92993"/>
                  </a:moveTo>
                  <a:arcTo wR="317500" hR="317500" stAng="-2700000" swAng="189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21" name="Harvey 2/8 [2]">
              <a:extLst>
                <a:ext uri="{FF2B5EF4-FFF2-40B4-BE49-F238E27FC236}">
                  <a16:creationId xmlns:a16="http://schemas.microsoft.com/office/drawing/2014/main" id="{FB9200C4-0418-4CEF-BBB8-18F997AD7CA8}"/>
                </a:ext>
              </a:extLst>
            </p:cNvPr>
            <p:cNvSpPr>
              <a:spLocks noChangeAspect="1"/>
            </p:cNvSpPr>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22" name="Harvey 3/8 [3]">
              <a:extLst>
                <a:ext uri="{FF2B5EF4-FFF2-40B4-BE49-F238E27FC236}">
                  <a16:creationId xmlns:a16="http://schemas.microsoft.com/office/drawing/2014/main" id="{8E4DE7E8-0809-4E2E-BE6A-E989A6AEBF62}"/>
                </a:ext>
              </a:extLst>
            </p:cNvPr>
            <p:cNvSpPr>
              <a:spLocks noChangeAspect="1"/>
            </p:cNvSpPr>
            <p:nvPr/>
          </p:nvSpPr>
          <p:spPr>
            <a:xfrm>
              <a:off x="0" y="0"/>
              <a:ext cx="914400" cy="914400"/>
            </a:xfrm>
            <a:custGeom>
              <a:avLst/>
              <a:gdLst/>
              <a:ahLst/>
              <a:cxnLst/>
              <a:rect l="l" t="t" r="r" b="b"/>
              <a:pathLst>
                <a:path w="635000" h="635000">
                  <a:moveTo>
                    <a:pt x="317500" y="0"/>
                  </a:moveTo>
                  <a:arcTo wR="317500" hR="317500" stAng="16200000" swAng="8100000"/>
                  <a:lnTo>
                    <a:pt x="317500" y="317500"/>
                  </a:lnTo>
                  <a:close/>
                </a:path>
                <a:path w="635000" h="635000" fill="none">
                  <a:moveTo>
                    <a:pt x="542006" y="542006"/>
                  </a:moveTo>
                  <a:arcTo wR="317500" hR="317500" stAng="2700000" swAng="135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23" name="Harvey 4/8 [4]">
              <a:extLst>
                <a:ext uri="{FF2B5EF4-FFF2-40B4-BE49-F238E27FC236}">
                  <a16:creationId xmlns:a16="http://schemas.microsoft.com/office/drawing/2014/main" id="{F839E6A9-0DED-402B-8F4C-2176769B55CD}"/>
                </a:ext>
              </a:extLst>
            </p:cNvPr>
            <p:cNvSpPr>
              <a:spLocks noChangeAspect="1"/>
            </p:cNvSpPr>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24" name="Harvey 5/8 [5]">
              <a:extLst>
                <a:ext uri="{FF2B5EF4-FFF2-40B4-BE49-F238E27FC236}">
                  <a16:creationId xmlns:a16="http://schemas.microsoft.com/office/drawing/2014/main" id="{C3EE8663-AD08-4237-8344-6543EC4B688C}"/>
                </a:ext>
              </a:extLst>
            </p:cNvPr>
            <p:cNvSpPr>
              <a:spLocks noChangeAspect="1"/>
            </p:cNvSpPr>
            <p:nvPr/>
          </p:nvSpPr>
          <p:spPr>
            <a:xfrm>
              <a:off x="0" y="0"/>
              <a:ext cx="914400" cy="914400"/>
            </a:xfrm>
            <a:custGeom>
              <a:avLst/>
              <a:gdLst/>
              <a:ahLst/>
              <a:cxnLst/>
              <a:rect l="l" t="t" r="r" b="b"/>
              <a:pathLst>
                <a:path w="635000" h="635000">
                  <a:moveTo>
                    <a:pt x="317500" y="0"/>
                  </a:moveTo>
                  <a:arcTo wR="317500" hR="317500" stAng="16200000" swAng="13500000"/>
                  <a:lnTo>
                    <a:pt x="317500" y="317500"/>
                  </a:lnTo>
                  <a:close/>
                </a:path>
                <a:path w="635000" h="635000" fill="none">
                  <a:moveTo>
                    <a:pt x="92993" y="542006"/>
                  </a:moveTo>
                  <a:arcTo wR="317500" hR="317500" stAng="8100000" swAng="81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25" name="Harvey 6/8 [6]">
              <a:extLst>
                <a:ext uri="{FF2B5EF4-FFF2-40B4-BE49-F238E27FC236}">
                  <a16:creationId xmlns:a16="http://schemas.microsoft.com/office/drawing/2014/main" id="{ADE6F931-D156-4E59-A3ED-0B14B5F0EF7E}"/>
                </a:ext>
              </a:extLst>
            </p:cNvPr>
            <p:cNvSpPr>
              <a:spLocks noChangeAspect="1"/>
            </p:cNvSpPr>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26" name="Harvey 7/8 [7]">
              <a:extLst>
                <a:ext uri="{FF2B5EF4-FFF2-40B4-BE49-F238E27FC236}">
                  <a16:creationId xmlns:a16="http://schemas.microsoft.com/office/drawing/2014/main" id="{A36821AE-2FF1-4F6E-AAF3-1BEA6AE153B8}"/>
                </a:ext>
              </a:extLst>
            </p:cNvPr>
            <p:cNvSpPr>
              <a:spLocks noChangeAspect="1"/>
            </p:cNvSpPr>
            <p:nvPr/>
          </p:nvSpPr>
          <p:spPr>
            <a:xfrm>
              <a:off x="0" y="0"/>
              <a:ext cx="914400" cy="914400"/>
            </a:xfrm>
            <a:custGeom>
              <a:avLst/>
              <a:gdLst/>
              <a:ahLst/>
              <a:cxnLst/>
              <a:rect l="l" t="t" r="r" b="b"/>
              <a:pathLst>
                <a:path w="635000" h="635000">
                  <a:moveTo>
                    <a:pt x="317500" y="0"/>
                  </a:moveTo>
                  <a:arcTo wR="317500" hR="317500" stAng="16200000" swAng="18900000"/>
                  <a:lnTo>
                    <a:pt x="317500" y="317500"/>
                  </a:lnTo>
                  <a:close/>
                </a:path>
                <a:path w="635000" h="635000" fill="none">
                  <a:moveTo>
                    <a:pt x="92993" y="92993"/>
                  </a:moveTo>
                  <a:arcTo wR="317500" hR="317500" stAng="13500000" swAng="27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27" name="Harvey 8/8 [8]">
              <a:extLst>
                <a:ext uri="{FF2B5EF4-FFF2-40B4-BE49-F238E27FC236}">
                  <a16:creationId xmlns:a16="http://schemas.microsoft.com/office/drawing/2014/main" id="{2D277E47-45D5-4503-8443-BED560C6560A}"/>
                </a:ext>
              </a:extLst>
            </p:cNvPr>
            <p:cNvSpPr>
              <a:spLocks noChangeAspect="1"/>
            </p:cNvSpPr>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grpSp>
      <p:grpSp>
        <p:nvGrpSpPr>
          <p:cNvPr id="28" name="Harvey 100" hidden="1">
            <a:extLst>
              <a:ext uri="{FF2B5EF4-FFF2-40B4-BE49-F238E27FC236}">
                <a16:creationId xmlns:a16="http://schemas.microsoft.com/office/drawing/2014/main" id="{6D5D9337-395C-4FE4-97E6-E1CD47A644E9}"/>
              </a:ext>
            </a:extLst>
          </p:cNvPr>
          <p:cNvGrpSpPr/>
          <p:nvPr userDrawn="1"/>
        </p:nvGrpSpPr>
        <p:grpSpPr>
          <a:xfrm>
            <a:off x="8294762" y="3978000"/>
            <a:ext cx="1024611" cy="1024878"/>
            <a:chOff x="4334905" y="3282696"/>
            <a:chExt cx="292608" cy="292608"/>
          </a:xfrm>
          <a:solidFill>
            <a:schemeClr val="accent1"/>
          </a:solidFill>
        </p:grpSpPr>
        <p:sp>
          <p:nvSpPr>
            <p:cNvPr id="29" name="Harvey 0/100 [0]">
              <a:extLst>
                <a:ext uri="{FF2B5EF4-FFF2-40B4-BE49-F238E27FC236}">
                  <a16:creationId xmlns:a16="http://schemas.microsoft.com/office/drawing/2014/main" id="{C2D4C837-2D4B-4D6B-81F8-9B001989609B}"/>
                </a:ext>
              </a:extLst>
            </p:cNvPr>
            <p:cNvSpPr>
              <a:spLocks noChangeAspect="1"/>
            </p:cNvSpPr>
            <p:nvPr/>
          </p:nvSpPr>
          <p:spPr>
            <a:xfrm>
              <a:off x="4334905" y="3282696"/>
              <a:ext cx="292608" cy="292608"/>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30" name="Harvey 1/100 [1]">
              <a:extLst>
                <a:ext uri="{FF2B5EF4-FFF2-40B4-BE49-F238E27FC236}">
                  <a16:creationId xmlns:a16="http://schemas.microsoft.com/office/drawing/2014/main" id="{BACD6AAA-4A1C-46BE-B491-9A4A9C7C56F3}"/>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216000"/>
                  <a:lnTo>
                    <a:pt x="317500" y="317500"/>
                  </a:lnTo>
                  <a:close/>
                </a:path>
                <a:path w="635000" h="635000" fill="none">
                  <a:moveTo>
                    <a:pt x="337435" y="626"/>
                  </a:moveTo>
                  <a:arcTo wR="317500" hR="317500" stAng="-5184000" swAng="2138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31" name="Harvey 2/100 [2]">
              <a:extLst>
                <a:ext uri="{FF2B5EF4-FFF2-40B4-BE49-F238E27FC236}">
                  <a16:creationId xmlns:a16="http://schemas.microsoft.com/office/drawing/2014/main" id="{701024C3-4DEF-477C-9CFB-100E0303499E}"/>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432000"/>
                  <a:lnTo>
                    <a:pt x="317500" y="317500"/>
                  </a:lnTo>
                  <a:close/>
                </a:path>
                <a:path w="635000" h="635000" fill="none">
                  <a:moveTo>
                    <a:pt x="357293" y="2503"/>
                  </a:moveTo>
                  <a:arcTo wR="317500" hR="317500" stAng="-4968000" swAng="2116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32" name="Harvey 3/100 [3]">
              <a:extLst>
                <a:ext uri="{FF2B5EF4-FFF2-40B4-BE49-F238E27FC236}">
                  <a16:creationId xmlns:a16="http://schemas.microsoft.com/office/drawing/2014/main" id="{46A461CD-8D28-4422-AF2A-8267EFA51CAD}"/>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647999"/>
                  <a:lnTo>
                    <a:pt x="317500" y="317500"/>
                  </a:lnTo>
                  <a:close/>
                </a:path>
                <a:path w="635000" h="635000" fill="none">
                  <a:moveTo>
                    <a:pt x="376993" y="5623"/>
                  </a:moveTo>
                  <a:arcTo wR="317500" hR="317500" stAng="-4752000" swAng="2095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33" name="Harvey 4/100 [4]">
              <a:extLst>
                <a:ext uri="{FF2B5EF4-FFF2-40B4-BE49-F238E27FC236}">
                  <a16:creationId xmlns:a16="http://schemas.microsoft.com/office/drawing/2014/main" id="{0A337C3A-F021-437D-9E3D-FDE5AF266029}"/>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864000"/>
                  <a:lnTo>
                    <a:pt x="317500" y="317500"/>
                  </a:lnTo>
                  <a:close/>
                </a:path>
                <a:path w="635000" h="635000" fill="none">
                  <a:moveTo>
                    <a:pt x="396459" y="9974"/>
                  </a:moveTo>
                  <a:arcTo wR="317500" hR="317500" stAng="-4536000" swAng="20735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35" name="Harvey 5/100 [5]">
              <a:extLst>
                <a:ext uri="{FF2B5EF4-FFF2-40B4-BE49-F238E27FC236}">
                  <a16:creationId xmlns:a16="http://schemas.microsoft.com/office/drawing/2014/main" id="{BDF66AF7-3D75-4118-B7E6-241B2C41B2C9}"/>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080000"/>
                  <a:lnTo>
                    <a:pt x="317500" y="317500"/>
                  </a:lnTo>
                  <a:close/>
                </a:path>
                <a:path w="635000" h="635000" fill="none">
                  <a:moveTo>
                    <a:pt x="415612" y="15539"/>
                  </a:moveTo>
                  <a:arcTo wR="317500" hR="317500" stAng="-4320000" swAng="2052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36" name="Harvey 6/100 [6]">
              <a:extLst>
                <a:ext uri="{FF2B5EF4-FFF2-40B4-BE49-F238E27FC236}">
                  <a16:creationId xmlns:a16="http://schemas.microsoft.com/office/drawing/2014/main" id="{E74E7438-4315-4097-9BA7-F0CE3252AC14}"/>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295999"/>
                  <a:lnTo>
                    <a:pt x="317500" y="317500"/>
                  </a:lnTo>
                  <a:close/>
                </a:path>
                <a:path w="635000" h="635000" fill="none">
                  <a:moveTo>
                    <a:pt x="434379" y="22295"/>
                  </a:moveTo>
                  <a:arcTo wR="317500" hR="317500" stAng="-4104000" swAng="2030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37" name="Harvey 7/100 [7]">
              <a:extLst>
                <a:ext uri="{FF2B5EF4-FFF2-40B4-BE49-F238E27FC236}">
                  <a16:creationId xmlns:a16="http://schemas.microsoft.com/office/drawing/2014/main" id="{FEBA4E91-97BB-4DAC-B193-66FA4828DB26}"/>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512000"/>
                  <a:lnTo>
                    <a:pt x="317500" y="317500"/>
                  </a:lnTo>
                  <a:close/>
                </a:path>
                <a:path w="635000" h="635000" fill="none">
                  <a:moveTo>
                    <a:pt x="452684" y="30217"/>
                  </a:moveTo>
                  <a:arcTo wR="317500" hR="317500" stAng="-3888000" swAng="20087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38" name="Harvey 8/100 [8]">
              <a:extLst>
                <a:ext uri="{FF2B5EF4-FFF2-40B4-BE49-F238E27FC236}">
                  <a16:creationId xmlns:a16="http://schemas.microsoft.com/office/drawing/2014/main" id="{EEB85E02-177B-40CF-B926-A4423CC7C827}"/>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728000"/>
                  <a:lnTo>
                    <a:pt x="317500" y="317500"/>
                  </a:lnTo>
                  <a:close/>
                </a:path>
                <a:path w="635000" h="635000" fill="none">
                  <a:moveTo>
                    <a:pt x="470456" y="39272"/>
                  </a:moveTo>
                  <a:arcTo wR="317500" hR="317500" stAng="-3672000" swAng="1987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39" name="Harvey 9/100 [9]">
              <a:extLst>
                <a:ext uri="{FF2B5EF4-FFF2-40B4-BE49-F238E27FC236}">
                  <a16:creationId xmlns:a16="http://schemas.microsoft.com/office/drawing/2014/main" id="{C133BC7F-B0E3-404F-92D1-BB930C4F3311}"/>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944000"/>
                  <a:lnTo>
                    <a:pt x="317500" y="317500"/>
                  </a:lnTo>
                  <a:close/>
                </a:path>
                <a:path w="635000" h="635000" fill="none">
                  <a:moveTo>
                    <a:pt x="487625" y="49425"/>
                  </a:moveTo>
                  <a:arcTo wR="317500" hR="317500" stAng="-3456000" swAng="1965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0" name="Harvey 10/100 [10]">
              <a:extLst>
                <a:ext uri="{FF2B5EF4-FFF2-40B4-BE49-F238E27FC236}">
                  <a16:creationId xmlns:a16="http://schemas.microsoft.com/office/drawing/2014/main" id="{F2FB72A6-CDF7-48B3-A3B8-5A5FC061802C}"/>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2160000"/>
                  <a:lnTo>
                    <a:pt x="317500" y="317500"/>
                  </a:lnTo>
                  <a:close/>
                </a:path>
                <a:path w="635000" h="635000" fill="none">
                  <a:moveTo>
                    <a:pt x="504121" y="60637"/>
                  </a:moveTo>
                  <a:arcTo wR="317500" hR="317500" stAng="-3240000" swAng="1944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1" name="Harvey 11/100 [11]">
              <a:extLst>
                <a:ext uri="{FF2B5EF4-FFF2-40B4-BE49-F238E27FC236}">
                  <a16:creationId xmlns:a16="http://schemas.microsoft.com/office/drawing/2014/main" id="{F3110C8B-1B18-4579-AB3F-0F4A0840CF38}"/>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2376000"/>
                  <a:lnTo>
                    <a:pt x="317500" y="317500"/>
                  </a:lnTo>
                  <a:close/>
                </a:path>
                <a:path w="635000" h="635000" fill="none">
                  <a:moveTo>
                    <a:pt x="519882" y="72862"/>
                  </a:moveTo>
                  <a:arcTo wR="317500" hR="317500" stAng="-3024000" swAng="1922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2" name="Harvey 12/100 [12]">
              <a:extLst>
                <a:ext uri="{FF2B5EF4-FFF2-40B4-BE49-F238E27FC236}">
                  <a16:creationId xmlns:a16="http://schemas.microsoft.com/office/drawing/2014/main" id="{84A1B722-E5AC-45F7-9498-7FF502B6FA2B}"/>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2591999"/>
                  <a:lnTo>
                    <a:pt x="317500" y="317500"/>
                  </a:lnTo>
                  <a:close/>
                </a:path>
                <a:path w="635000" h="635000" fill="none">
                  <a:moveTo>
                    <a:pt x="534843" y="86052"/>
                  </a:moveTo>
                  <a:arcTo wR="317500" hR="317500" stAng="-2808000" swAng="1900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3" name="Harvey 13/100 [13]">
              <a:extLst>
                <a:ext uri="{FF2B5EF4-FFF2-40B4-BE49-F238E27FC236}">
                  <a16:creationId xmlns:a16="http://schemas.microsoft.com/office/drawing/2014/main" id="{A5599F20-B957-4DF9-8B04-F2B77AAF0BDB}"/>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2808000"/>
                  <a:lnTo>
                    <a:pt x="317500" y="317500"/>
                  </a:lnTo>
                  <a:close/>
                </a:path>
                <a:path w="635000" h="635000" fill="none">
                  <a:moveTo>
                    <a:pt x="548947" y="100156"/>
                  </a:moveTo>
                  <a:arcTo wR="317500" hR="317500" stAng="-2591999" swAng="1879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4" name="Harvey 14/100 [14]">
              <a:extLst>
                <a:ext uri="{FF2B5EF4-FFF2-40B4-BE49-F238E27FC236}">
                  <a16:creationId xmlns:a16="http://schemas.microsoft.com/office/drawing/2014/main" id="{F74357FC-EB3D-46C4-B56A-5007C9F4FB84}"/>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3024000"/>
                  <a:lnTo>
                    <a:pt x="317500" y="317500"/>
                  </a:lnTo>
                  <a:close/>
                </a:path>
                <a:path w="635000" h="635000" fill="none">
                  <a:moveTo>
                    <a:pt x="562137" y="115117"/>
                  </a:moveTo>
                  <a:arcTo wR="317500" hR="317500" stAng="-2375999" swAng="1857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5" name="Harvey 15/100 [15]">
              <a:extLst>
                <a:ext uri="{FF2B5EF4-FFF2-40B4-BE49-F238E27FC236}">
                  <a16:creationId xmlns:a16="http://schemas.microsoft.com/office/drawing/2014/main" id="{32E8E8F3-9DBC-46F4-9700-CAF071913650}"/>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3240000"/>
                  <a:lnTo>
                    <a:pt x="317500" y="317500"/>
                  </a:lnTo>
                  <a:close/>
                </a:path>
                <a:path w="635000" h="635000" fill="none">
                  <a:moveTo>
                    <a:pt x="574362" y="130878"/>
                  </a:moveTo>
                  <a:arcTo wR="317500" hR="317500" stAng="-2160000" swAng="1836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6" name="Harvey 16/100 [16]">
              <a:extLst>
                <a:ext uri="{FF2B5EF4-FFF2-40B4-BE49-F238E27FC236}">
                  <a16:creationId xmlns:a16="http://schemas.microsoft.com/office/drawing/2014/main" id="{71360883-3CF3-4439-9568-E456C60454A8}"/>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3456000"/>
                  <a:lnTo>
                    <a:pt x="317500" y="317500"/>
                  </a:lnTo>
                  <a:close/>
                </a:path>
                <a:path w="635000" h="635000" fill="none">
                  <a:moveTo>
                    <a:pt x="585574" y="147374"/>
                  </a:moveTo>
                  <a:arcTo wR="317500" hR="317500" stAng="-1944000" swAng="1814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7" name="Harvey 17/100 [17]">
              <a:extLst>
                <a:ext uri="{FF2B5EF4-FFF2-40B4-BE49-F238E27FC236}">
                  <a16:creationId xmlns:a16="http://schemas.microsoft.com/office/drawing/2014/main" id="{AE88FC9E-FB95-4413-AE3E-B8BF504735B5}"/>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3672000"/>
                  <a:lnTo>
                    <a:pt x="317500" y="317500"/>
                  </a:lnTo>
                  <a:close/>
                </a:path>
                <a:path w="635000" h="635000" fill="none">
                  <a:moveTo>
                    <a:pt x="595727" y="164543"/>
                  </a:moveTo>
                  <a:arcTo wR="317500" hR="317500" stAng="-1727999" swAng="1792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8" name="Harvey 18/100 [18]">
              <a:extLst>
                <a:ext uri="{FF2B5EF4-FFF2-40B4-BE49-F238E27FC236}">
                  <a16:creationId xmlns:a16="http://schemas.microsoft.com/office/drawing/2014/main" id="{62593B83-E4BE-4CE8-9B0B-25AF9B7D4254}"/>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3888000"/>
                  <a:lnTo>
                    <a:pt x="317500" y="317500"/>
                  </a:lnTo>
                  <a:close/>
                </a:path>
                <a:path w="635000" h="635000" fill="none">
                  <a:moveTo>
                    <a:pt x="604782" y="182315"/>
                  </a:moveTo>
                  <a:arcTo wR="317500" hR="317500" stAng="-1512000" swAng="1771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9" name="Harvey 19/100 [19]">
              <a:extLst>
                <a:ext uri="{FF2B5EF4-FFF2-40B4-BE49-F238E27FC236}">
                  <a16:creationId xmlns:a16="http://schemas.microsoft.com/office/drawing/2014/main" id="{CD41838E-0172-403D-9B68-FD51310F5400}"/>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4104000"/>
                  <a:lnTo>
                    <a:pt x="317500" y="317500"/>
                  </a:lnTo>
                  <a:close/>
                </a:path>
                <a:path w="635000" h="635000" fill="none">
                  <a:moveTo>
                    <a:pt x="612704" y="200620"/>
                  </a:moveTo>
                  <a:arcTo wR="317500" hR="317500" stAng="-1295999" swAng="1749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0" name="Harvey 20/100 [20]">
              <a:extLst>
                <a:ext uri="{FF2B5EF4-FFF2-40B4-BE49-F238E27FC236}">
                  <a16:creationId xmlns:a16="http://schemas.microsoft.com/office/drawing/2014/main" id="{EDE3F4CF-CB3E-40C2-B070-AC09F1E8FBD5}"/>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4320000"/>
                  <a:lnTo>
                    <a:pt x="317500" y="317500"/>
                  </a:lnTo>
                  <a:close/>
                </a:path>
                <a:path w="635000" h="635000" fill="none">
                  <a:moveTo>
                    <a:pt x="619460" y="219387"/>
                  </a:moveTo>
                  <a:arcTo wR="317500" hR="317500" stAng="-1080000" swAng="1728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1" name="Harvey 21/100 [21]">
              <a:extLst>
                <a:ext uri="{FF2B5EF4-FFF2-40B4-BE49-F238E27FC236}">
                  <a16:creationId xmlns:a16="http://schemas.microsoft.com/office/drawing/2014/main" id="{CD8E25E7-83D2-4F78-92A7-435281704491}"/>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4536000"/>
                  <a:lnTo>
                    <a:pt x="317500" y="317500"/>
                  </a:lnTo>
                  <a:close/>
                </a:path>
                <a:path w="635000" h="635000" fill="none">
                  <a:moveTo>
                    <a:pt x="625025" y="238540"/>
                  </a:moveTo>
                  <a:arcTo wR="317500" hR="317500" stAng="-864000" swAng="1706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2" name="Harvey 22/100 [22]">
              <a:extLst>
                <a:ext uri="{FF2B5EF4-FFF2-40B4-BE49-F238E27FC236}">
                  <a16:creationId xmlns:a16="http://schemas.microsoft.com/office/drawing/2014/main" id="{C6A696FB-9EFC-47F6-9860-247C48C1FC3D}"/>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4752000"/>
                  <a:lnTo>
                    <a:pt x="317500" y="317500"/>
                  </a:lnTo>
                  <a:close/>
                </a:path>
                <a:path w="635000" h="635000" fill="none">
                  <a:moveTo>
                    <a:pt x="629376" y="258006"/>
                  </a:moveTo>
                  <a:arcTo wR="317500" hR="317500" stAng="-647999" swAng="1684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3" name="Harvey 23/100 [23]">
              <a:extLst>
                <a:ext uri="{FF2B5EF4-FFF2-40B4-BE49-F238E27FC236}">
                  <a16:creationId xmlns:a16="http://schemas.microsoft.com/office/drawing/2014/main" id="{252958D2-EE89-4FBF-BF7B-C8AFAD704413}"/>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4968000"/>
                  <a:lnTo>
                    <a:pt x="317500" y="317500"/>
                  </a:lnTo>
                  <a:close/>
                </a:path>
                <a:path w="635000" h="635000" fill="none">
                  <a:moveTo>
                    <a:pt x="632496" y="277706"/>
                  </a:moveTo>
                  <a:arcTo wR="317500" hR="317500" stAng="-432000" swAng="1663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4" name="Harvey 24/100 [24]">
              <a:extLst>
                <a:ext uri="{FF2B5EF4-FFF2-40B4-BE49-F238E27FC236}">
                  <a16:creationId xmlns:a16="http://schemas.microsoft.com/office/drawing/2014/main" id="{314E82DC-04B6-406C-9D65-1115F4D2AA22}"/>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5183999"/>
                  <a:lnTo>
                    <a:pt x="317500" y="317500"/>
                  </a:lnTo>
                  <a:close/>
                </a:path>
                <a:path w="635000" h="635000" fill="none">
                  <a:moveTo>
                    <a:pt x="634373" y="297564"/>
                  </a:moveTo>
                  <a:arcTo wR="317500" hR="317500" stAng="-216000" swAng="1641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5" name="Harvey 25/100 [25]">
              <a:extLst>
                <a:ext uri="{FF2B5EF4-FFF2-40B4-BE49-F238E27FC236}">
                  <a16:creationId xmlns:a16="http://schemas.microsoft.com/office/drawing/2014/main" id="{669D1B60-A74F-4296-8610-F3DCDDC15022}"/>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6" name="Harvey 26/100 [26]">
              <a:extLst>
                <a:ext uri="{FF2B5EF4-FFF2-40B4-BE49-F238E27FC236}">
                  <a16:creationId xmlns:a16="http://schemas.microsoft.com/office/drawing/2014/main" id="{FF6DD112-04B6-4656-AB9D-1F9950FEE2D9}"/>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5616000"/>
                  <a:lnTo>
                    <a:pt x="317500" y="317500"/>
                  </a:lnTo>
                  <a:close/>
                </a:path>
                <a:path w="635000" h="635000" fill="none">
                  <a:moveTo>
                    <a:pt x="634373" y="337435"/>
                  </a:moveTo>
                  <a:arcTo wR="317500" hR="317500" stAng="216000" swAng="15983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7" name="Harvey 27/100 [27]">
              <a:extLst>
                <a:ext uri="{FF2B5EF4-FFF2-40B4-BE49-F238E27FC236}">
                  <a16:creationId xmlns:a16="http://schemas.microsoft.com/office/drawing/2014/main" id="{E2928B53-FC5C-427C-AE65-9286773D84B2}"/>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5832000"/>
                  <a:lnTo>
                    <a:pt x="317500" y="317500"/>
                  </a:lnTo>
                  <a:close/>
                </a:path>
                <a:path w="635000" h="635000" fill="none">
                  <a:moveTo>
                    <a:pt x="632496" y="357293"/>
                  </a:moveTo>
                  <a:arcTo wR="317500" hR="317500" stAng="432000" swAng="1576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8" name="Harvey 28/100 [28]">
              <a:extLst>
                <a:ext uri="{FF2B5EF4-FFF2-40B4-BE49-F238E27FC236}">
                  <a16:creationId xmlns:a16="http://schemas.microsoft.com/office/drawing/2014/main" id="{D8CF4F20-8FEC-47FF-9B86-E818143B2C19}"/>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6048000"/>
                  <a:lnTo>
                    <a:pt x="317500" y="317500"/>
                  </a:lnTo>
                  <a:close/>
                </a:path>
                <a:path w="635000" h="635000" fill="none">
                  <a:moveTo>
                    <a:pt x="629376" y="376993"/>
                  </a:moveTo>
                  <a:arcTo wR="317500" hR="317500" stAng="648000" swAng="1555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9" name="Harvey 29/100 [29]">
              <a:extLst>
                <a:ext uri="{FF2B5EF4-FFF2-40B4-BE49-F238E27FC236}">
                  <a16:creationId xmlns:a16="http://schemas.microsoft.com/office/drawing/2014/main" id="{E1AF074D-4599-4D0E-8078-66303FEBDE44}"/>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6263999"/>
                  <a:lnTo>
                    <a:pt x="317500" y="317500"/>
                  </a:lnTo>
                  <a:close/>
                </a:path>
                <a:path w="635000" h="635000" fill="none">
                  <a:moveTo>
                    <a:pt x="625025" y="396459"/>
                  </a:moveTo>
                  <a:arcTo wR="317500" hR="317500" stAng="863999" swAng="1533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0" name="Harvey 30/100 [30]">
              <a:extLst>
                <a:ext uri="{FF2B5EF4-FFF2-40B4-BE49-F238E27FC236}">
                  <a16:creationId xmlns:a16="http://schemas.microsoft.com/office/drawing/2014/main" id="{2DF9C982-C062-4899-8A5F-20F49AD9E1B5}"/>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6480000"/>
                  <a:lnTo>
                    <a:pt x="317500" y="317500"/>
                  </a:lnTo>
                  <a:close/>
                </a:path>
                <a:path w="635000" h="635000" fill="none">
                  <a:moveTo>
                    <a:pt x="619460" y="415612"/>
                  </a:moveTo>
                  <a:arcTo wR="317500" hR="317500" stAng="1080000" swAng="15119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1" name="Harvey 31/100 [31]">
              <a:extLst>
                <a:ext uri="{FF2B5EF4-FFF2-40B4-BE49-F238E27FC236}">
                  <a16:creationId xmlns:a16="http://schemas.microsoft.com/office/drawing/2014/main" id="{E98CD797-9DD9-4143-9058-D1ABF95E7406}"/>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6696000"/>
                  <a:lnTo>
                    <a:pt x="317500" y="317500"/>
                  </a:lnTo>
                  <a:close/>
                </a:path>
                <a:path w="635000" h="635000" fill="none">
                  <a:moveTo>
                    <a:pt x="612704" y="434379"/>
                  </a:moveTo>
                  <a:arcTo wR="317500" hR="317500" stAng="1295999" swAng="14903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2" name="Harvey 32/100 [32]">
              <a:extLst>
                <a:ext uri="{FF2B5EF4-FFF2-40B4-BE49-F238E27FC236}">
                  <a16:creationId xmlns:a16="http://schemas.microsoft.com/office/drawing/2014/main" id="{39029FE4-844F-47DA-8FEF-FB68673FF10C}"/>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6912000"/>
                  <a:lnTo>
                    <a:pt x="317500" y="317500"/>
                  </a:lnTo>
                  <a:close/>
                </a:path>
                <a:path w="635000" h="635000" fill="none">
                  <a:moveTo>
                    <a:pt x="604782" y="452684"/>
                  </a:moveTo>
                  <a:arcTo wR="317500" hR="317500" stAng="1512000" swAng="14687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3" name="Harvey 33/100 [33]">
              <a:extLst>
                <a:ext uri="{FF2B5EF4-FFF2-40B4-BE49-F238E27FC236}">
                  <a16:creationId xmlns:a16="http://schemas.microsoft.com/office/drawing/2014/main" id="{B99AA4D4-9C74-447B-89EF-8FD268FF95EE}"/>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7128000"/>
                  <a:lnTo>
                    <a:pt x="317500" y="317500"/>
                  </a:lnTo>
                  <a:close/>
                </a:path>
                <a:path w="635000" h="635000" fill="none">
                  <a:moveTo>
                    <a:pt x="595727" y="470456"/>
                  </a:moveTo>
                  <a:arcTo wR="317500" hR="317500" stAng="1728000" swAng="1447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4" name="Harvey 34/100 [34]">
              <a:extLst>
                <a:ext uri="{FF2B5EF4-FFF2-40B4-BE49-F238E27FC236}">
                  <a16:creationId xmlns:a16="http://schemas.microsoft.com/office/drawing/2014/main" id="{0880CCDE-4DDE-49A8-AFB2-FDDCE314B4D3}"/>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7344000"/>
                  <a:lnTo>
                    <a:pt x="317500" y="317500"/>
                  </a:lnTo>
                  <a:close/>
                </a:path>
                <a:path w="635000" h="635000" fill="none">
                  <a:moveTo>
                    <a:pt x="585574" y="487625"/>
                  </a:moveTo>
                  <a:arcTo wR="317500" hR="317500" stAng="1944000" swAng="14255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5" name="Harvey 35/100 [35]">
              <a:extLst>
                <a:ext uri="{FF2B5EF4-FFF2-40B4-BE49-F238E27FC236}">
                  <a16:creationId xmlns:a16="http://schemas.microsoft.com/office/drawing/2014/main" id="{F37E834A-F9D8-4623-BC85-60359856CCD0}"/>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7559999"/>
                  <a:lnTo>
                    <a:pt x="317500" y="317500"/>
                  </a:lnTo>
                  <a:close/>
                </a:path>
                <a:path w="635000" h="635000" fill="none">
                  <a:moveTo>
                    <a:pt x="574362" y="504121"/>
                  </a:moveTo>
                  <a:arcTo wR="317500" hR="317500" stAng="2159999" swAng="1404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6" name="Harvey 36/100 [36]">
              <a:extLst>
                <a:ext uri="{FF2B5EF4-FFF2-40B4-BE49-F238E27FC236}">
                  <a16:creationId xmlns:a16="http://schemas.microsoft.com/office/drawing/2014/main" id="{15163940-B229-4368-B727-3714123C78AB}"/>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7776000"/>
                  <a:lnTo>
                    <a:pt x="317500" y="317500"/>
                  </a:lnTo>
                  <a:close/>
                </a:path>
                <a:path w="635000" h="635000" fill="none">
                  <a:moveTo>
                    <a:pt x="562137" y="519882"/>
                  </a:moveTo>
                  <a:arcTo wR="317500" hR="317500" stAng="2375999" swAng="1382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7" name="Harvey 37/100 [37]">
              <a:extLst>
                <a:ext uri="{FF2B5EF4-FFF2-40B4-BE49-F238E27FC236}">
                  <a16:creationId xmlns:a16="http://schemas.microsoft.com/office/drawing/2014/main" id="{64BAECDC-27C7-4333-B9D8-59DE42A1B1AA}"/>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7991999"/>
                  <a:lnTo>
                    <a:pt x="317500" y="317500"/>
                  </a:lnTo>
                  <a:close/>
                </a:path>
                <a:path w="635000" h="635000" fill="none">
                  <a:moveTo>
                    <a:pt x="548947" y="534843"/>
                  </a:moveTo>
                  <a:arcTo wR="317500" hR="317500" stAng="2591999" swAng="1360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8" name="Harvey 38/100 [38]">
              <a:extLst>
                <a:ext uri="{FF2B5EF4-FFF2-40B4-BE49-F238E27FC236}">
                  <a16:creationId xmlns:a16="http://schemas.microsoft.com/office/drawing/2014/main" id="{4F018A0A-A74A-4E47-BC47-203679D4F8C0}"/>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8208000"/>
                  <a:lnTo>
                    <a:pt x="317500" y="317500"/>
                  </a:lnTo>
                  <a:close/>
                </a:path>
                <a:path w="635000" h="635000" fill="none">
                  <a:moveTo>
                    <a:pt x="534843" y="548947"/>
                  </a:moveTo>
                  <a:arcTo wR="317500" hR="317500" stAng="2808000" swAng="1339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9" name="Harvey 39/100 [39]">
              <a:extLst>
                <a:ext uri="{FF2B5EF4-FFF2-40B4-BE49-F238E27FC236}">
                  <a16:creationId xmlns:a16="http://schemas.microsoft.com/office/drawing/2014/main" id="{ACA75957-9FDB-46A2-82EC-77103CBEAC52}"/>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8424000"/>
                  <a:lnTo>
                    <a:pt x="317500" y="317500"/>
                  </a:lnTo>
                  <a:close/>
                </a:path>
                <a:path w="635000" h="635000" fill="none">
                  <a:moveTo>
                    <a:pt x="519882" y="562137"/>
                  </a:moveTo>
                  <a:arcTo wR="317500" hR="317500" stAng="3024000" swAng="1317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0" name="Harvey 40/100 [40]">
              <a:extLst>
                <a:ext uri="{FF2B5EF4-FFF2-40B4-BE49-F238E27FC236}">
                  <a16:creationId xmlns:a16="http://schemas.microsoft.com/office/drawing/2014/main" id="{025DFA7F-A073-422A-8D20-E27D1ABE4342}"/>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8640000"/>
                  <a:lnTo>
                    <a:pt x="317500" y="317500"/>
                  </a:lnTo>
                  <a:close/>
                </a:path>
                <a:path w="635000" h="635000" fill="none">
                  <a:moveTo>
                    <a:pt x="504121" y="574362"/>
                  </a:moveTo>
                  <a:arcTo wR="317500" hR="317500" stAng="3240000" swAng="1296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1" name="Harvey 41/100 [41]">
              <a:extLst>
                <a:ext uri="{FF2B5EF4-FFF2-40B4-BE49-F238E27FC236}">
                  <a16:creationId xmlns:a16="http://schemas.microsoft.com/office/drawing/2014/main" id="{BF311CE9-A4CB-4965-8F0F-5B6811E9FB20}"/>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8856000"/>
                  <a:lnTo>
                    <a:pt x="317500" y="317500"/>
                  </a:lnTo>
                  <a:close/>
                </a:path>
                <a:path w="635000" h="635000" fill="none">
                  <a:moveTo>
                    <a:pt x="487625" y="585574"/>
                  </a:moveTo>
                  <a:arcTo wR="317500" hR="317500" stAng="3455999" swAng="1274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2" name="Harvey 42/100 [42]">
              <a:extLst>
                <a:ext uri="{FF2B5EF4-FFF2-40B4-BE49-F238E27FC236}">
                  <a16:creationId xmlns:a16="http://schemas.microsoft.com/office/drawing/2014/main" id="{1B415A3D-1E85-4E6A-8BAB-3BB56600BA4F}"/>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9072000"/>
                  <a:lnTo>
                    <a:pt x="317500" y="317500"/>
                  </a:lnTo>
                  <a:close/>
                </a:path>
                <a:path w="635000" h="635000" fill="none">
                  <a:moveTo>
                    <a:pt x="470456" y="595727"/>
                  </a:moveTo>
                  <a:arcTo wR="317500" hR="317500" stAng="3671999" swAng="1252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3" name="Harvey 43/100 [43]">
              <a:extLst>
                <a:ext uri="{FF2B5EF4-FFF2-40B4-BE49-F238E27FC236}">
                  <a16:creationId xmlns:a16="http://schemas.microsoft.com/office/drawing/2014/main" id="{7EAD6077-4487-4E7D-846D-445E65B5291C}"/>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9288000"/>
                  <a:lnTo>
                    <a:pt x="317500" y="317500"/>
                  </a:lnTo>
                  <a:close/>
                </a:path>
                <a:path w="635000" h="635000" fill="none">
                  <a:moveTo>
                    <a:pt x="452684" y="604782"/>
                  </a:moveTo>
                  <a:arcTo wR="317500" hR="317500" stAng="3888000" swAng="1231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4" name="Harvey 44/100 [44]">
              <a:extLst>
                <a:ext uri="{FF2B5EF4-FFF2-40B4-BE49-F238E27FC236}">
                  <a16:creationId xmlns:a16="http://schemas.microsoft.com/office/drawing/2014/main" id="{4B57ADAF-4A83-4CB4-8920-E2B9F994E83E}"/>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9504000"/>
                  <a:lnTo>
                    <a:pt x="317500" y="317500"/>
                  </a:lnTo>
                  <a:close/>
                </a:path>
                <a:path w="635000" h="635000" fill="none">
                  <a:moveTo>
                    <a:pt x="434379" y="612704"/>
                  </a:moveTo>
                  <a:arcTo wR="317500" hR="317500" stAng="4104000" swAng="1209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5" name="Harvey 45/100 [45]">
              <a:extLst>
                <a:ext uri="{FF2B5EF4-FFF2-40B4-BE49-F238E27FC236}">
                  <a16:creationId xmlns:a16="http://schemas.microsoft.com/office/drawing/2014/main" id="{FF3E5416-AC43-4CBB-A32A-A966ED03106F}"/>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9720000"/>
                  <a:lnTo>
                    <a:pt x="317500" y="317500"/>
                  </a:lnTo>
                  <a:close/>
                </a:path>
                <a:path w="635000" h="635000" fill="none">
                  <a:moveTo>
                    <a:pt x="415612" y="619460"/>
                  </a:moveTo>
                  <a:arcTo wR="317500" hR="317500" stAng="4320000" swAng="1188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6" name="Harvey 46/100 [46]">
              <a:extLst>
                <a:ext uri="{FF2B5EF4-FFF2-40B4-BE49-F238E27FC236}">
                  <a16:creationId xmlns:a16="http://schemas.microsoft.com/office/drawing/2014/main" id="{49AFF9C1-C19A-487C-A4C1-47DA87277C3B}"/>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9936000"/>
                  <a:lnTo>
                    <a:pt x="317500" y="317500"/>
                  </a:lnTo>
                  <a:close/>
                </a:path>
                <a:path w="635000" h="635000" fill="none">
                  <a:moveTo>
                    <a:pt x="396459" y="625025"/>
                  </a:moveTo>
                  <a:arcTo wR="317500" hR="317500" stAng="4536000" swAng="1166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7" name="Harvey 47/100 [47]">
              <a:extLst>
                <a:ext uri="{FF2B5EF4-FFF2-40B4-BE49-F238E27FC236}">
                  <a16:creationId xmlns:a16="http://schemas.microsoft.com/office/drawing/2014/main" id="{F35AEE09-D82F-438F-9D01-96C6876241F1}"/>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0152000"/>
                  <a:lnTo>
                    <a:pt x="317500" y="317500"/>
                  </a:lnTo>
                  <a:close/>
                </a:path>
                <a:path w="635000" h="635000" fill="none">
                  <a:moveTo>
                    <a:pt x="376993" y="629376"/>
                  </a:moveTo>
                  <a:arcTo wR="317500" hR="317500" stAng="4751999" swAng="1144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8" name="Harvey 48/100 [48]">
              <a:extLst>
                <a:ext uri="{FF2B5EF4-FFF2-40B4-BE49-F238E27FC236}">
                  <a16:creationId xmlns:a16="http://schemas.microsoft.com/office/drawing/2014/main" id="{4FC3325B-EEB2-4420-9715-1149CEACE9AC}"/>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0367999"/>
                  <a:lnTo>
                    <a:pt x="317500" y="317500"/>
                  </a:lnTo>
                  <a:close/>
                </a:path>
                <a:path w="635000" h="635000" fill="none">
                  <a:moveTo>
                    <a:pt x="357293" y="632496"/>
                  </a:moveTo>
                  <a:arcTo wR="317500" hR="317500" stAng="4967999" swAng="1123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9" name="Harvey 49/100 [49]">
              <a:extLst>
                <a:ext uri="{FF2B5EF4-FFF2-40B4-BE49-F238E27FC236}">
                  <a16:creationId xmlns:a16="http://schemas.microsoft.com/office/drawing/2014/main" id="{3BE00D50-8FCE-4E11-AA24-10B621732F20}"/>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0584000"/>
                  <a:lnTo>
                    <a:pt x="317500" y="317500"/>
                  </a:lnTo>
                  <a:close/>
                </a:path>
                <a:path w="635000" h="635000" fill="none">
                  <a:moveTo>
                    <a:pt x="337435" y="634373"/>
                  </a:moveTo>
                  <a:arcTo wR="317500" hR="317500" stAng="5184000" swAng="1101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0" name="Harvey 50/100 [50]">
              <a:extLst>
                <a:ext uri="{FF2B5EF4-FFF2-40B4-BE49-F238E27FC236}">
                  <a16:creationId xmlns:a16="http://schemas.microsoft.com/office/drawing/2014/main" id="{97083993-8BFD-443F-A3A3-D28EF389CE2B}"/>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1" name="Harvey 51/100 [51]">
              <a:extLst>
                <a:ext uri="{FF2B5EF4-FFF2-40B4-BE49-F238E27FC236}">
                  <a16:creationId xmlns:a16="http://schemas.microsoft.com/office/drawing/2014/main" id="{BDE38762-18E9-47FF-895E-325F5976ECAA}"/>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1016000"/>
                  <a:lnTo>
                    <a:pt x="317500" y="317500"/>
                  </a:lnTo>
                  <a:close/>
                </a:path>
                <a:path w="635000" h="635000" fill="none">
                  <a:moveTo>
                    <a:pt x="297564" y="634373"/>
                  </a:moveTo>
                  <a:arcTo wR="317500" hR="317500" stAng="5616000" swAng="1058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2" name="Harvey 52/100 [52]">
              <a:extLst>
                <a:ext uri="{FF2B5EF4-FFF2-40B4-BE49-F238E27FC236}">
                  <a16:creationId xmlns:a16="http://schemas.microsoft.com/office/drawing/2014/main" id="{785EAA21-FBCD-46DC-8430-7AB12F5A66AF}"/>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1232000"/>
                  <a:lnTo>
                    <a:pt x="317500" y="317500"/>
                  </a:lnTo>
                  <a:close/>
                </a:path>
                <a:path w="635000" h="635000" fill="none">
                  <a:moveTo>
                    <a:pt x="277706" y="632496"/>
                  </a:moveTo>
                  <a:arcTo wR="317500" hR="317500" stAng="5832000" swAng="10367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3" name="Harvey 53/100 [53]">
              <a:extLst>
                <a:ext uri="{FF2B5EF4-FFF2-40B4-BE49-F238E27FC236}">
                  <a16:creationId xmlns:a16="http://schemas.microsoft.com/office/drawing/2014/main" id="{858D54BA-F4A5-4C67-830E-E85FF6EE735D}"/>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1448000"/>
                  <a:lnTo>
                    <a:pt x="317500" y="317500"/>
                  </a:lnTo>
                  <a:close/>
                </a:path>
                <a:path w="635000" h="635000" fill="none">
                  <a:moveTo>
                    <a:pt x="258006" y="629376"/>
                  </a:moveTo>
                  <a:arcTo wR="317500" hR="317500" stAng="6048000" swAng="1015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4" name="Harvey 54/100 [54]">
              <a:extLst>
                <a:ext uri="{FF2B5EF4-FFF2-40B4-BE49-F238E27FC236}">
                  <a16:creationId xmlns:a16="http://schemas.microsoft.com/office/drawing/2014/main" id="{AC41BD7B-E1FA-4AED-B11C-E03936A672E6}"/>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1664000"/>
                  <a:lnTo>
                    <a:pt x="317500" y="317500"/>
                  </a:lnTo>
                  <a:close/>
                </a:path>
                <a:path w="635000" h="635000" fill="none">
                  <a:moveTo>
                    <a:pt x="238540" y="625025"/>
                  </a:moveTo>
                  <a:arcTo wR="317500" hR="317500" stAng="6264000" swAng="993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5" name="Harvey 55/100 [55]">
              <a:extLst>
                <a:ext uri="{FF2B5EF4-FFF2-40B4-BE49-F238E27FC236}">
                  <a16:creationId xmlns:a16="http://schemas.microsoft.com/office/drawing/2014/main" id="{BAF901A0-5FD1-4B29-9AF9-DB8B19412429}"/>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1880000"/>
                  <a:lnTo>
                    <a:pt x="317500" y="317500"/>
                  </a:lnTo>
                  <a:close/>
                </a:path>
                <a:path w="635000" h="635000" fill="none">
                  <a:moveTo>
                    <a:pt x="219387" y="619460"/>
                  </a:moveTo>
                  <a:arcTo wR="317500" hR="317500" stAng="6480000" swAng="9719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6" name="Harvey 56/100 [56]">
              <a:extLst>
                <a:ext uri="{FF2B5EF4-FFF2-40B4-BE49-F238E27FC236}">
                  <a16:creationId xmlns:a16="http://schemas.microsoft.com/office/drawing/2014/main" id="{3EFF555D-6B7F-481F-ADC2-746953BA7F97}"/>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2096000"/>
                  <a:lnTo>
                    <a:pt x="317500" y="317500"/>
                  </a:lnTo>
                  <a:close/>
                </a:path>
                <a:path w="635000" h="635000" fill="none">
                  <a:moveTo>
                    <a:pt x="200620" y="612704"/>
                  </a:moveTo>
                  <a:arcTo wR="317500" hR="317500" stAng="6696000" swAng="9503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7" name="Harvey 57/100 [57]">
              <a:extLst>
                <a:ext uri="{FF2B5EF4-FFF2-40B4-BE49-F238E27FC236}">
                  <a16:creationId xmlns:a16="http://schemas.microsoft.com/office/drawing/2014/main" id="{A4D3BE31-8C07-4912-AB8B-8331A665C238}"/>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2312000"/>
                  <a:lnTo>
                    <a:pt x="317500" y="317500"/>
                  </a:lnTo>
                  <a:close/>
                </a:path>
                <a:path w="635000" h="635000" fill="none">
                  <a:moveTo>
                    <a:pt x="182315" y="604782"/>
                  </a:moveTo>
                  <a:arcTo wR="317500" hR="317500" stAng="6911999" swAng="928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8" name="Harvey 58/100 [58]">
              <a:extLst>
                <a:ext uri="{FF2B5EF4-FFF2-40B4-BE49-F238E27FC236}">
                  <a16:creationId xmlns:a16="http://schemas.microsoft.com/office/drawing/2014/main" id="{E7B5A5D9-6DD2-4B0A-9557-7A7AF774103E}"/>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2527999"/>
                  <a:lnTo>
                    <a:pt x="317500" y="317500"/>
                  </a:lnTo>
                  <a:close/>
                </a:path>
                <a:path w="635000" h="635000" fill="none">
                  <a:moveTo>
                    <a:pt x="164543" y="595727"/>
                  </a:moveTo>
                  <a:arcTo wR="317500" hR="317500" stAng="7127999" swAng="907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9" name="Harvey 59/100 [59]">
              <a:extLst>
                <a:ext uri="{FF2B5EF4-FFF2-40B4-BE49-F238E27FC236}">
                  <a16:creationId xmlns:a16="http://schemas.microsoft.com/office/drawing/2014/main" id="{88458C0E-D234-4C86-A6CC-B8CD6C445F00}"/>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2743999"/>
                  <a:lnTo>
                    <a:pt x="317500" y="317500"/>
                  </a:lnTo>
                  <a:close/>
                </a:path>
                <a:path w="635000" h="635000" fill="none">
                  <a:moveTo>
                    <a:pt x="147374" y="585574"/>
                  </a:moveTo>
                  <a:arcTo wR="317500" hR="317500" stAng="7343999" swAng="885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0" name="Harvey 60/100 [60]">
              <a:extLst>
                <a:ext uri="{FF2B5EF4-FFF2-40B4-BE49-F238E27FC236}">
                  <a16:creationId xmlns:a16="http://schemas.microsoft.com/office/drawing/2014/main" id="{0924D2C6-D224-49FD-A4B8-312AFD605E78}"/>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2960000"/>
                  <a:lnTo>
                    <a:pt x="317500" y="317500"/>
                  </a:lnTo>
                  <a:close/>
                </a:path>
                <a:path w="635000" h="635000" fill="none">
                  <a:moveTo>
                    <a:pt x="130878" y="574362"/>
                  </a:moveTo>
                  <a:arcTo wR="317500" hR="317500" stAng="7560000" swAng="864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1" name="Harvey 61/100 [61]">
              <a:extLst>
                <a:ext uri="{FF2B5EF4-FFF2-40B4-BE49-F238E27FC236}">
                  <a16:creationId xmlns:a16="http://schemas.microsoft.com/office/drawing/2014/main" id="{F9FB23C2-D568-49AC-B8FD-0480EB019739}"/>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3176000"/>
                  <a:lnTo>
                    <a:pt x="317500" y="317500"/>
                  </a:lnTo>
                  <a:close/>
                </a:path>
                <a:path w="635000" h="635000" fill="none">
                  <a:moveTo>
                    <a:pt x="115117" y="562137"/>
                  </a:moveTo>
                  <a:arcTo wR="317500" hR="317500" stAng="7776000" swAng="842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2" name="Harvey 62/100 [62]">
              <a:extLst>
                <a:ext uri="{FF2B5EF4-FFF2-40B4-BE49-F238E27FC236}">
                  <a16:creationId xmlns:a16="http://schemas.microsoft.com/office/drawing/2014/main" id="{9EF3159D-F4FB-4032-BCCB-55E6ED5EEFC7}"/>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3392000"/>
                  <a:lnTo>
                    <a:pt x="317500" y="317500"/>
                  </a:lnTo>
                  <a:close/>
                </a:path>
                <a:path w="635000" h="635000" fill="none">
                  <a:moveTo>
                    <a:pt x="100156" y="548947"/>
                  </a:moveTo>
                  <a:arcTo wR="317500" hR="317500" stAng="7991999" swAng="820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3" name="Harvey 63/100 [63]">
              <a:extLst>
                <a:ext uri="{FF2B5EF4-FFF2-40B4-BE49-F238E27FC236}">
                  <a16:creationId xmlns:a16="http://schemas.microsoft.com/office/drawing/2014/main" id="{9362C8EA-6D15-4E0C-8AE9-B1B50EB297B8}"/>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3608000"/>
                  <a:lnTo>
                    <a:pt x="317500" y="317500"/>
                  </a:lnTo>
                  <a:close/>
                </a:path>
                <a:path w="635000" h="635000" fill="none">
                  <a:moveTo>
                    <a:pt x="86052" y="534843"/>
                  </a:moveTo>
                  <a:arcTo wR="317500" hR="317500" stAng="8208000" swAng="7991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4" name="Harvey 64/100 [64]">
              <a:extLst>
                <a:ext uri="{FF2B5EF4-FFF2-40B4-BE49-F238E27FC236}">
                  <a16:creationId xmlns:a16="http://schemas.microsoft.com/office/drawing/2014/main" id="{91EB375D-1444-4BE3-A696-66272A1564CD}"/>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3824000"/>
                  <a:lnTo>
                    <a:pt x="317500" y="317500"/>
                  </a:lnTo>
                  <a:close/>
                </a:path>
                <a:path w="635000" h="635000" fill="none">
                  <a:moveTo>
                    <a:pt x="72862" y="519882"/>
                  </a:moveTo>
                  <a:arcTo wR="317500" hR="317500" stAng="8424000" swAng="777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5" name="Harvey 65/100 [65]">
              <a:extLst>
                <a:ext uri="{FF2B5EF4-FFF2-40B4-BE49-F238E27FC236}">
                  <a16:creationId xmlns:a16="http://schemas.microsoft.com/office/drawing/2014/main" id="{9A3002B1-5D17-4BCB-9A44-B2FB4025D02F}"/>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4040000"/>
                  <a:lnTo>
                    <a:pt x="317500" y="317500"/>
                  </a:lnTo>
                  <a:close/>
                </a:path>
                <a:path w="635000" h="635000" fill="none">
                  <a:moveTo>
                    <a:pt x="60637" y="504121"/>
                  </a:moveTo>
                  <a:arcTo wR="317500" hR="317500" stAng="8640000" swAng="7559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6" name="Harvey 66/100 [66]">
              <a:extLst>
                <a:ext uri="{FF2B5EF4-FFF2-40B4-BE49-F238E27FC236}">
                  <a16:creationId xmlns:a16="http://schemas.microsoft.com/office/drawing/2014/main" id="{E5F2FDE4-04B2-4A45-A685-14E0C51883A5}"/>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4256000"/>
                  <a:lnTo>
                    <a:pt x="317500" y="317500"/>
                  </a:lnTo>
                  <a:close/>
                </a:path>
                <a:path w="635000" h="635000" fill="none">
                  <a:moveTo>
                    <a:pt x="49425" y="487625"/>
                  </a:moveTo>
                  <a:arcTo wR="317500" hR="317500" stAng="8856000" swAng="7343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7" name="Harvey 67/100 [67]">
              <a:extLst>
                <a:ext uri="{FF2B5EF4-FFF2-40B4-BE49-F238E27FC236}">
                  <a16:creationId xmlns:a16="http://schemas.microsoft.com/office/drawing/2014/main" id="{D399A169-3845-4CD5-A62C-F4586F1FAFE8}"/>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4472000"/>
                  <a:lnTo>
                    <a:pt x="317500" y="317500"/>
                  </a:lnTo>
                  <a:close/>
                </a:path>
                <a:path w="635000" h="635000" fill="none">
                  <a:moveTo>
                    <a:pt x="39272" y="470456"/>
                  </a:moveTo>
                  <a:arcTo wR="317500" hR="317500" stAng="9072000" swAng="7127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8" name="Harvey 68/100 [68]">
              <a:extLst>
                <a:ext uri="{FF2B5EF4-FFF2-40B4-BE49-F238E27FC236}">
                  <a16:creationId xmlns:a16="http://schemas.microsoft.com/office/drawing/2014/main" id="{E12F5173-9960-47F5-9A91-B043294E14CB}"/>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4688000"/>
                  <a:lnTo>
                    <a:pt x="317500" y="317500"/>
                  </a:lnTo>
                  <a:close/>
                </a:path>
                <a:path w="635000" h="635000" fill="none">
                  <a:moveTo>
                    <a:pt x="30217" y="452684"/>
                  </a:moveTo>
                  <a:arcTo wR="317500" hR="317500" stAng="9288000" swAng="6911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9" name="Harvey 69/100 [69]">
              <a:extLst>
                <a:ext uri="{FF2B5EF4-FFF2-40B4-BE49-F238E27FC236}">
                  <a16:creationId xmlns:a16="http://schemas.microsoft.com/office/drawing/2014/main" id="{DD9B9229-3D3A-4706-BEEC-04C19A30C5C3}"/>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4903999"/>
                  <a:lnTo>
                    <a:pt x="317500" y="317500"/>
                  </a:lnTo>
                  <a:close/>
                </a:path>
                <a:path w="635000" h="635000" fill="none">
                  <a:moveTo>
                    <a:pt x="22295" y="434379"/>
                  </a:moveTo>
                  <a:arcTo wR="317500" hR="317500" stAng="9503999" swAng="669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0" name="Harvey 70/100 [70]">
              <a:extLst>
                <a:ext uri="{FF2B5EF4-FFF2-40B4-BE49-F238E27FC236}">
                  <a16:creationId xmlns:a16="http://schemas.microsoft.com/office/drawing/2014/main" id="{795A4CC8-0C08-491C-8D7F-95EC8E0E25B8}"/>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5119999"/>
                  <a:lnTo>
                    <a:pt x="317500" y="317500"/>
                  </a:lnTo>
                  <a:close/>
                </a:path>
                <a:path w="635000" h="635000" fill="none">
                  <a:moveTo>
                    <a:pt x="15539" y="415612"/>
                  </a:moveTo>
                  <a:arcTo wR="317500" hR="317500" stAng="9719999" swAng="648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1" name="Harvey 71/100 [71]">
              <a:extLst>
                <a:ext uri="{FF2B5EF4-FFF2-40B4-BE49-F238E27FC236}">
                  <a16:creationId xmlns:a16="http://schemas.microsoft.com/office/drawing/2014/main" id="{91862A76-5FCC-4C25-9A3F-A10651AC7725}"/>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5336000"/>
                  <a:lnTo>
                    <a:pt x="317500" y="317500"/>
                  </a:lnTo>
                  <a:close/>
                </a:path>
                <a:path w="635000" h="635000" fill="none">
                  <a:moveTo>
                    <a:pt x="9974" y="396459"/>
                  </a:moveTo>
                  <a:arcTo wR="317500" hR="317500" stAng="9936000" swAng="626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2" name="Harvey 72/100 [72]">
              <a:extLst>
                <a:ext uri="{FF2B5EF4-FFF2-40B4-BE49-F238E27FC236}">
                  <a16:creationId xmlns:a16="http://schemas.microsoft.com/office/drawing/2014/main" id="{46969644-17D9-45C9-A88A-9A88622DCE45}"/>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5552000"/>
                  <a:lnTo>
                    <a:pt x="317500" y="317500"/>
                  </a:lnTo>
                  <a:close/>
                </a:path>
                <a:path w="635000" h="635000" fill="none">
                  <a:moveTo>
                    <a:pt x="5623" y="376993"/>
                  </a:moveTo>
                  <a:arcTo wR="317500" hR="317500" stAng="10152000" swAng="604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3" name="Harvey 73/100 [73]">
              <a:extLst>
                <a:ext uri="{FF2B5EF4-FFF2-40B4-BE49-F238E27FC236}">
                  <a16:creationId xmlns:a16="http://schemas.microsoft.com/office/drawing/2014/main" id="{F89621F9-3ABB-450D-913E-7B467F289A9B}"/>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5768000"/>
                  <a:lnTo>
                    <a:pt x="317500" y="317500"/>
                  </a:lnTo>
                  <a:close/>
                </a:path>
                <a:path w="635000" h="635000" fill="none">
                  <a:moveTo>
                    <a:pt x="2503" y="357293"/>
                  </a:moveTo>
                  <a:arcTo wR="317500" hR="317500" stAng="10368000" swAng="583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4" name="Harvey 74/100 [74]">
              <a:extLst>
                <a:ext uri="{FF2B5EF4-FFF2-40B4-BE49-F238E27FC236}">
                  <a16:creationId xmlns:a16="http://schemas.microsoft.com/office/drawing/2014/main" id="{89EE4B1F-E703-471D-8307-BFB9EDEDB9F7}"/>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5983999"/>
                  <a:lnTo>
                    <a:pt x="317500" y="317500"/>
                  </a:lnTo>
                  <a:close/>
                </a:path>
                <a:path w="635000" h="635000" fill="none">
                  <a:moveTo>
                    <a:pt x="626" y="337435"/>
                  </a:moveTo>
                  <a:arcTo wR="317500" hR="317500" stAng="10583999" swAng="561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5" name="Harvey 75/100 [75]">
              <a:extLst>
                <a:ext uri="{FF2B5EF4-FFF2-40B4-BE49-F238E27FC236}">
                  <a16:creationId xmlns:a16="http://schemas.microsoft.com/office/drawing/2014/main" id="{8AB2EEA8-04AC-4B6C-8D90-28093DB647E6}"/>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6" name="Harvey 76/100 [76]">
              <a:extLst>
                <a:ext uri="{FF2B5EF4-FFF2-40B4-BE49-F238E27FC236}">
                  <a16:creationId xmlns:a16="http://schemas.microsoft.com/office/drawing/2014/main" id="{6F4E00F2-EA6F-4809-B2FD-4CE3ABE8C480}"/>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6416000"/>
                  <a:lnTo>
                    <a:pt x="317500" y="317500"/>
                  </a:lnTo>
                  <a:close/>
                </a:path>
                <a:path w="635000" h="635000" fill="none">
                  <a:moveTo>
                    <a:pt x="626" y="297564"/>
                  </a:moveTo>
                  <a:arcTo wR="317500" hR="317500" stAng="11016000" swAng="5183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7" name="Harvey 77/100 [77]">
              <a:extLst>
                <a:ext uri="{FF2B5EF4-FFF2-40B4-BE49-F238E27FC236}">
                  <a16:creationId xmlns:a16="http://schemas.microsoft.com/office/drawing/2014/main" id="{CF5CA593-7B87-4492-9B35-2255514CB496}"/>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6632000"/>
                  <a:lnTo>
                    <a:pt x="317500" y="317500"/>
                  </a:lnTo>
                  <a:close/>
                </a:path>
                <a:path w="635000" h="635000" fill="none">
                  <a:moveTo>
                    <a:pt x="2503" y="277706"/>
                  </a:moveTo>
                  <a:arcTo wR="317500" hR="317500" stAng="11232000" swAng="496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8" name="Harvey 78/100 [78]">
              <a:extLst>
                <a:ext uri="{FF2B5EF4-FFF2-40B4-BE49-F238E27FC236}">
                  <a16:creationId xmlns:a16="http://schemas.microsoft.com/office/drawing/2014/main" id="{8C036464-458E-48D4-BAC8-84819F820C60}"/>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6848000"/>
                  <a:lnTo>
                    <a:pt x="317500" y="317500"/>
                  </a:lnTo>
                  <a:close/>
                </a:path>
                <a:path w="635000" h="635000" fill="none">
                  <a:moveTo>
                    <a:pt x="5623" y="258006"/>
                  </a:moveTo>
                  <a:arcTo wR="317500" hR="317500" stAng="11448000" swAng="4751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9" name="Harvey 79/100 [79]">
              <a:extLst>
                <a:ext uri="{FF2B5EF4-FFF2-40B4-BE49-F238E27FC236}">
                  <a16:creationId xmlns:a16="http://schemas.microsoft.com/office/drawing/2014/main" id="{6FD5AC00-8293-447C-B728-B963DD67B1C2}"/>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7064000"/>
                  <a:lnTo>
                    <a:pt x="317500" y="317500"/>
                  </a:lnTo>
                  <a:close/>
                </a:path>
                <a:path w="635000" h="635000" fill="none">
                  <a:moveTo>
                    <a:pt x="9974" y="238540"/>
                  </a:moveTo>
                  <a:arcTo wR="317500" hR="317500" stAng="11664000" swAng="453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0" name="Harvey 80/100 [80]">
              <a:extLst>
                <a:ext uri="{FF2B5EF4-FFF2-40B4-BE49-F238E27FC236}">
                  <a16:creationId xmlns:a16="http://schemas.microsoft.com/office/drawing/2014/main" id="{29C0F859-BC49-430F-8C59-C0B9109E47A3}"/>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7280000"/>
                  <a:lnTo>
                    <a:pt x="317500" y="317500"/>
                  </a:lnTo>
                  <a:close/>
                </a:path>
                <a:path w="635000" h="635000" fill="none">
                  <a:moveTo>
                    <a:pt x="15539" y="219387"/>
                  </a:moveTo>
                  <a:arcTo wR="317500" hR="317500" stAng="11880000" swAng="4319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1" name="Harvey 81/100 [81]">
              <a:extLst>
                <a:ext uri="{FF2B5EF4-FFF2-40B4-BE49-F238E27FC236}">
                  <a16:creationId xmlns:a16="http://schemas.microsoft.com/office/drawing/2014/main" id="{F78719E3-0417-4867-B70D-21538B3AC36E}"/>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7496000"/>
                  <a:lnTo>
                    <a:pt x="317500" y="317500"/>
                  </a:lnTo>
                  <a:close/>
                </a:path>
                <a:path w="635000" h="635000" fill="none">
                  <a:moveTo>
                    <a:pt x="22295" y="200620"/>
                  </a:moveTo>
                  <a:arcTo wR="317500" hR="317500" stAng="12096000" swAng="4103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2" name="Harvey 82/100 [82]">
              <a:extLst>
                <a:ext uri="{FF2B5EF4-FFF2-40B4-BE49-F238E27FC236}">
                  <a16:creationId xmlns:a16="http://schemas.microsoft.com/office/drawing/2014/main" id="{9C5D0905-7412-4C75-BC20-E51105CA783D}"/>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7712000"/>
                  <a:lnTo>
                    <a:pt x="317500" y="317500"/>
                  </a:lnTo>
                  <a:close/>
                </a:path>
                <a:path w="635000" h="635000" fill="none">
                  <a:moveTo>
                    <a:pt x="30217" y="182315"/>
                  </a:moveTo>
                  <a:arcTo wR="317500" hR="317500" stAng="12312000" swAng="388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3" name="Harvey 83/100 [83]">
              <a:extLst>
                <a:ext uri="{FF2B5EF4-FFF2-40B4-BE49-F238E27FC236}">
                  <a16:creationId xmlns:a16="http://schemas.microsoft.com/office/drawing/2014/main" id="{96AA2E20-CC65-4632-B3D4-93E962B59D4C}"/>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7928000"/>
                  <a:lnTo>
                    <a:pt x="317500" y="317500"/>
                  </a:lnTo>
                  <a:close/>
                </a:path>
                <a:path w="635000" h="635000" fill="none">
                  <a:moveTo>
                    <a:pt x="39272" y="164543"/>
                  </a:moveTo>
                  <a:arcTo wR="317500" hR="317500" stAng="12528000" swAng="367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4" name="Harvey 84/100 [84]">
              <a:extLst>
                <a:ext uri="{FF2B5EF4-FFF2-40B4-BE49-F238E27FC236}">
                  <a16:creationId xmlns:a16="http://schemas.microsoft.com/office/drawing/2014/main" id="{9B4360A3-E0B2-48F7-B5A8-D24513748A82}"/>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8144000"/>
                  <a:lnTo>
                    <a:pt x="317500" y="317500"/>
                  </a:lnTo>
                  <a:close/>
                </a:path>
                <a:path w="635000" h="635000" fill="none">
                  <a:moveTo>
                    <a:pt x="49425" y="147374"/>
                  </a:moveTo>
                  <a:arcTo wR="317500" hR="317500" stAng="12743999" swAng="345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5" name="Harvey 85/100 [85]">
              <a:extLst>
                <a:ext uri="{FF2B5EF4-FFF2-40B4-BE49-F238E27FC236}">
                  <a16:creationId xmlns:a16="http://schemas.microsoft.com/office/drawing/2014/main" id="{D694B21E-EEA0-48FA-A35C-7B6570B3F861}"/>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8360000"/>
                  <a:lnTo>
                    <a:pt x="317500" y="317500"/>
                  </a:lnTo>
                  <a:close/>
                </a:path>
                <a:path w="635000" h="635000" fill="none">
                  <a:moveTo>
                    <a:pt x="60637" y="130878"/>
                  </a:moveTo>
                  <a:arcTo wR="317500" hR="317500" stAng="12960000" swAng="324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6" name="Harvey 86/100 [86]">
              <a:extLst>
                <a:ext uri="{FF2B5EF4-FFF2-40B4-BE49-F238E27FC236}">
                  <a16:creationId xmlns:a16="http://schemas.microsoft.com/office/drawing/2014/main" id="{85E1AF41-C21D-4514-B37E-CC830BC09C0A}"/>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8576000"/>
                  <a:lnTo>
                    <a:pt x="317500" y="317500"/>
                  </a:lnTo>
                  <a:close/>
                </a:path>
                <a:path w="635000" h="635000" fill="none">
                  <a:moveTo>
                    <a:pt x="72862" y="115117"/>
                  </a:moveTo>
                  <a:arcTo wR="317500" hR="317500" stAng="13176000" swAng="302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7" name="Harvey 87/100 [87]">
              <a:extLst>
                <a:ext uri="{FF2B5EF4-FFF2-40B4-BE49-F238E27FC236}">
                  <a16:creationId xmlns:a16="http://schemas.microsoft.com/office/drawing/2014/main" id="{E3948F2E-FD5F-4107-B122-9AC75FE0CD9E}"/>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8792000"/>
                  <a:lnTo>
                    <a:pt x="317500" y="317500"/>
                  </a:lnTo>
                  <a:close/>
                </a:path>
                <a:path w="635000" h="635000" fill="none">
                  <a:moveTo>
                    <a:pt x="86052" y="100156"/>
                  </a:moveTo>
                  <a:arcTo wR="317500" hR="317500" stAng="13392000" swAng="280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8" name="Harvey 88/100 [88]">
              <a:extLst>
                <a:ext uri="{FF2B5EF4-FFF2-40B4-BE49-F238E27FC236}">
                  <a16:creationId xmlns:a16="http://schemas.microsoft.com/office/drawing/2014/main" id="{744E57ED-019F-4A8B-A06E-9FB965FEBB23}"/>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9008000"/>
                  <a:lnTo>
                    <a:pt x="317500" y="317500"/>
                  </a:lnTo>
                  <a:close/>
                </a:path>
                <a:path w="635000" h="635000" fill="none">
                  <a:moveTo>
                    <a:pt x="100156" y="86052"/>
                  </a:moveTo>
                  <a:arcTo wR="317500" hR="317500" stAng="13608000" swAng="2591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9" name="Harvey 89/100 [89]">
              <a:extLst>
                <a:ext uri="{FF2B5EF4-FFF2-40B4-BE49-F238E27FC236}">
                  <a16:creationId xmlns:a16="http://schemas.microsoft.com/office/drawing/2014/main" id="{5567719B-31CA-4A86-801E-E0531122E504}"/>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9224000"/>
                  <a:lnTo>
                    <a:pt x="317500" y="317500"/>
                  </a:lnTo>
                  <a:close/>
                </a:path>
                <a:path w="635000" h="635000" fill="none">
                  <a:moveTo>
                    <a:pt x="115117" y="72862"/>
                  </a:moveTo>
                  <a:arcTo wR="317500" hR="317500" stAng="13823999" swAng="2375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0" name="Harvey 90/100 [90]">
              <a:extLst>
                <a:ext uri="{FF2B5EF4-FFF2-40B4-BE49-F238E27FC236}">
                  <a16:creationId xmlns:a16="http://schemas.microsoft.com/office/drawing/2014/main" id="{2CD4B3A1-B882-43A6-A4CA-C9FCA394B28B}"/>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9440000"/>
                  <a:lnTo>
                    <a:pt x="317500" y="317500"/>
                  </a:lnTo>
                  <a:close/>
                </a:path>
                <a:path w="635000" h="635000" fill="none">
                  <a:moveTo>
                    <a:pt x="130878" y="60637"/>
                  </a:moveTo>
                  <a:arcTo wR="317500" hR="317500" stAng="14040000" swAng="2159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1" name="Harvey 91/100 [91]">
              <a:extLst>
                <a:ext uri="{FF2B5EF4-FFF2-40B4-BE49-F238E27FC236}">
                  <a16:creationId xmlns:a16="http://schemas.microsoft.com/office/drawing/2014/main" id="{68606D93-5175-4900-AD89-6D0710AFE75F}"/>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9656000"/>
                  <a:lnTo>
                    <a:pt x="317500" y="317500"/>
                  </a:lnTo>
                  <a:close/>
                </a:path>
                <a:path w="635000" h="635000" fill="none">
                  <a:moveTo>
                    <a:pt x="147374" y="49425"/>
                  </a:moveTo>
                  <a:arcTo wR="317500" hR="317500" stAng="14256000" swAng="1943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2" name="Harvey 92/100 [92]">
              <a:extLst>
                <a:ext uri="{FF2B5EF4-FFF2-40B4-BE49-F238E27FC236}">
                  <a16:creationId xmlns:a16="http://schemas.microsoft.com/office/drawing/2014/main" id="{7EE30864-DDCC-4BBA-B70A-48810E224581}"/>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9872000"/>
                  <a:lnTo>
                    <a:pt x="317500" y="317500"/>
                  </a:lnTo>
                  <a:close/>
                </a:path>
                <a:path w="635000" h="635000" fill="none">
                  <a:moveTo>
                    <a:pt x="164543" y="39272"/>
                  </a:moveTo>
                  <a:arcTo wR="317500" hR="317500" stAng="14472000" swAng="1727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3" name="Harvey 93/100 [93]">
              <a:extLst>
                <a:ext uri="{FF2B5EF4-FFF2-40B4-BE49-F238E27FC236}">
                  <a16:creationId xmlns:a16="http://schemas.microsoft.com/office/drawing/2014/main" id="{608CA488-A707-4C7A-9287-9DA9A38ED3D4}"/>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20088000"/>
                  <a:lnTo>
                    <a:pt x="317500" y="317500"/>
                  </a:lnTo>
                  <a:close/>
                </a:path>
                <a:path w="635000" h="635000" fill="none">
                  <a:moveTo>
                    <a:pt x="182315" y="30217"/>
                  </a:moveTo>
                  <a:arcTo wR="317500" hR="317500" stAng="14688000" swAng="1511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4" name="Harvey 94/100 [94]">
              <a:extLst>
                <a:ext uri="{FF2B5EF4-FFF2-40B4-BE49-F238E27FC236}">
                  <a16:creationId xmlns:a16="http://schemas.microsoft.com/office/drawing/2014/main" id="{FE1836A9-F92A-4F07-BBB8-2274E290E952}"/>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20304000"/>
                  <a:lnTo>
                    <a:pt x="317500" y="317500"/>
                  </a:lnTo>
                  <a:close/>
                </a:path>
                <a:path w="635000" h="635000" fill="none">
                  <a:moveTo>
                    <a:pt x="200620" y="22295"/>
                  </a:moveTo>
                  <a:arcTo wR="317500" hR="317500" stAng="14903999" swAng="129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5" name="Harvey 95/100 [95]">
              <a:extLst>
                <a:ext uri="{FF2B5EF4-FFF2-40B4-BE49-F238E27FC236}">
                  <a16:creationId xmlns:a16="http://schemas.microsoft.com/office/drawing/2014/main" id="{3169BE73-7F99-46E3-BDA9-D9BB85BE343E}"/>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20520000"/>
                  <a:lnTo>
                    <a:pt x="317500" y="317500"/>
                  </a:lnTo>
                  <a:close/>
                </a:path>
                <a:path w="635000" h="635000" fill="none">
                  <a:moveTo>
                    <a:pt x="219387" y="15539"/>
                  </a:moveTo>
                  <a:arcTo wR="317500" hR="317500" stAng="15120000" swAng="108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6" name="Harvey 96/100 [96]">
              <a:extLst>
                <a:ext uri="{FF2B5EF4-FFF2-40B4-BE49-F238E27FC236}">
                  <a16:creationId xmlns:a16="http://schemas.microsoft.com/office/drawing/2014/main" id="{12E3B5ED-B1AB-4A99-BD20-FF638135BE37}"/>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20735999"/>
                  <a:lnTo>
                    <a:pt x="317500" y="317500"/>
                  </a:lnTo>
                  <a:close/>
                </a:path>
                <a:path w="635000" h="635000" fill="none">
                  <a:moveTo>
                    <a:pt x="238540" y="9974"/>
                  </a:moveTo>
                  <a:arcTo wR="317500" hR="317500" stAng="15335999" swAng="86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7" name="Harvey 97/100 [97]">
              <a:extLst>
                <a:ext uri="{FF2B5EF4-FFF2-40B4-BE49-F238E27FC236}">
                  <a16:creationId xmlns:a16="http://schemas.microsoft.com/office/drawing/2014/main" id="{75A7FEAD-6C4B-4F7A-BB60-3A68D96114DE}"/>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20952000"/>
                  <a:lnTo>
                    <a:pt x="317500" y="317500"/>
                  </a:lnTo>
                  <a:close/>
                </a:path>
                <a:path w="635000" h="635000" fill="none">
                  <a:moveTo>
                    <a:pt x="258006" y="5623"/>
                  </a:moveTo>
                  <a:arcTo wR="317500" hR="317500" stAng="15552000" swAng="64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8" name="Harvey 98/100 [98]">
              <a:extLst>
                <a:ext uri="{FF2B5EF4-FFF2-40B4-BE49-F238E27FC236}">
                  <a16:creationId xmlns:a16="http://schemas.microsoft.com/office/drawing/2014/main" id="{C4B5128E-9380-4C38-A1EB-CB12E7401609}"/>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21168000"/>
                  <a:lnTo>
                    <a:pt x="317500" y="317500"/>
                  </a:lnTo>
                  <a:close/>
                </a:path>
                <a:path w="635000" h="635000" fill="none">
                  <a:moveTo>
                    <a:pt x="277706" y="2503"/>
                  </a:moveTo>
                  <a:arcTo wR="317500" hR="317500" stAng="15768000" swAng="43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9" name="Harvey 99/100 [99]">
              <a:extLst>
                <a:ext uri="{FF2B5EF4-FFF2-40B4-BE49-F238E27FC236}">
                  <a16:creationId xmlns:a16="http://schemas.microsoft.com/office/drawing/2014/main" id="{50F634E4-E5B9-4DA6-9F91-8AF5B6ACF1FB}"/>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21384000"/>
                  <a:lnTo>
                    <a:pt x="317500" y="317500"/>
                  </a:lnTo>
                  <a:close/>
                </a:path>
                <a:path w="635000" h="635000" fill="none">
                  <a:moveTo>
                    <a:pt x="297564" y="626"/>
                  </a:moveTo>
                  <a:arcTo wR="317500" hR="317500" stAng="15983999" swAng="21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30" name="Harvey 100/100 [100]">
              <a:extLst>
                <a:ext uri="{FF2B5EF4-FFF2-40B4-BE49-F238E27FC236}">
                  <a16:creationId xmlns:a16="http://schemas.microsoft.com/office/drawing/2014/main" id="{94AA53CD-8233-470E-AFEE-0BCC721BFAE9}"/>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txBody>
            <a:bodyPr/>
            <a:lstStyle/>
            <a:p>
              <a:endParaRPr lang="en-GB" sz="1799" b="0" i="0">
                <a:latin typeface="Arial" panose="020B0604020202020204" pitchFamily="34" charset="0"/>
              </a:endParaRPr>
            </a:p>
          </p:txBody>
        </p:sp>
      </p:grpSp>
      <p:sp>
        <p:nvSpPr>
          <p:cNvPr id="131" name="Footnote [Placeholder]" hidden="1">
            <a:extLst>
              <a:ext uri="{FF2B5EF4-FFF2-40B4-BE49-F238E27FC236}">
                <a16:creationId xmlns:a16="http://schemas.microsoft.com/office/drawing/2014/main" id="{1B41FB17-6D57-4EE1-9C4C-9C305D5D6BEC}"/>
              </a:ext>
            </a:extLst>
          </p:cNvPr>
          <p:cNvSpPr txBox="1"/>
          <p:nvPr userDrawn="1"/>
        </p:nvSpPr>
        <p:spPr>
          <a:xfrm>
            <a:off x="503107" y="5984669"/>
            <a:ext cx="10185556" cy="138499"/>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900" b="0" i="0" kern="0">
                <a:latin typeface="Arial" panose="020B0604020202020204" pitchFamily="34" charset="0"/>
                <a:ea typeface="Arial Unicode MS" pitchFamily="34" charset="-128"/>
                <a:cs typeface="Arial Unicode MS" pitchFamily="34" charset="-128"/>
              </a:rPr>
              <a:t>(r) Footnote</a:t>
            </a:r>
          </a:p>
        </p:txBody>
      </p:sp>
      <p:sp>
        <p:nvSpPr>
          <p:cNvPr id="132" name="Responsible [Sticker]" hidden="1">
            <a:extLst>
              <a:ext uri="{FF2B5EF4-FFF2-40B4-BE49-F238E27FC236}">
                <a16:creationId xmlns:a16="http://schemas.microsoft.com/office/drawing/2014/main" id="{3CB674C2-91C9-46E6-8AB4-E90ABF1CAFE0}"/>
              </a:ext>
            </a:extLst>
          </p:cNvPr>
          <p:cNvSpPr>
            <a:spLocks/>
          </p:cNvSpPr>
          <p:nvPr userDrawn="1"/>
        </p:nvSpPr>
        <p:spPr>
          <a:xfrm>
            <a:off x="10068483" y="896932"/>
            <a:ext cx="2123517" cy="59540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t"/>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Arial" panose="020B0604020202020204" pitchFamily="34" charset="0"/>
                <a:ea typeface="+mn-ea"/>
                <a:cs typeface="+mn-cs"/>
              </a:rPr>
              <a:t>Responsible:</a:t>
            </a:r>
          </a:p>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Arial" panose="020B0604020202020204" pitchFamily="34" charset="0"/>
                <a:ea typeface="+mn-ea"/>
                <a:cs typeface="+mn-cs"/>
              </a:rPr>
              <a:t>Name Lastname</a:t>
            </a:r>
          </a:p>
        </p:txBody>
      </p:sp>
      <p:sp>
        <p:nvSpPr>
          <p:cNvPr id="133" name="Discussion [Sticker]" hidden="1">
            <a:extLst>
              <a:ext uri="{FF2B5EF4-FFF2-40B4-BE49-F238E27FC236}">
                <a16:creationId xmlns:a16="http://schemas.microsoft.com/office/drawing/2014/main" id="{7C793D27-9296-461C-878D-BA16CBD91587}"/>
              </a:ext>
            </a:extLst>
          </p:cNvPr>
          <p:cNvSpPr>
            <a:spLocks/>
          </p:cNvSpPr>
          <p:nvPr userDrawn="1"/>
        </p:nvSpPr>
        <p:spPr>
          <a:xfrm>
            <a:off x="10068483" y="896921"/>
            <a:ext cx="2123517" cy="29564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ctr"/>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Arial" panose="020B0604020202020204" pitchFamily="34" charset="0"/>
                <a:ea typeface="Roboto Medium" panose="02000000000000000000" pitchFamily="2" charset="0"/>
                <a:cs typeface="+mn-cs"/>
              </a:rPr>
              <a:t>For discussion</a:t>
            </a:r>
          </a:p>
        </p:txBody>
      </p:sp>
      <p:sp>
        <p:nvSpPr>
          <p:cNvPr id="134" name="Internal [Sticker]" hidden="1">
            <a:extLst>
              <a:ext uri="{FF2B5EF4-FFF2-40B4-BE49-F238E27FC236}">
                <a16:creationId xmlns:a16="http://schemas.microsoft.com/office/drawing/2014/main" id="{704CE42F-5A9B-4CC0-8048-99928A53C0C4}"/>
              </a:ext>
            </a:extLst>
          </p:cNvPr>
          <p:cNvSpPr>
            <a:spLocks/>
          </p:cNvSpPr>
          <p:nvPr userDrawn="1"/>
        </p:nvSpPr>
        <p:spPr>
          <a:xfrm>
            <a:off x="10068483" y="896921"/>
            <a:ext cx="2123517" cy="29564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ctr"/>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Arial" panose="020B0604020202020204" pitchFamily="34" charset="0"/>
                <a:ea typeface="+mn-ea"/>
                <a:cs typeface="+mn-cs"/>
              </a:rPr>
              <a:t>Internal use only</a:t>
            </a:r>
          </a:p>
        </p:txBody>
      </p:sp>
      <p:sp>
        <p:nvSpPr>
          <p:cNvPr id="135" name="Final [Sticker]" hidden="1">
            <a:extLst>
              <a:ext uri="{FF2B5EF4-FFF2-40B4-BE49-F238E27FC236}">
                <a16:creationId xmlns:a16="http://schemas.microsoft.com/office/drawing/2014/main" id="{348603E9-9858-4213-9B5B-929AD136906A}"/>
              </a:ext>
            </a:extLst>
          </p:cNvPr>
          <p:cNvSpPr>
            <a:spLocks/>
          </p:cNvSpPr>
          <p:nvPr userDrawn="1"/>
        </p:nvSpPr>
        <p:spPr>
          <a:xfrm>
            <a:off x="10068483" y="896921"/>
            <a:ext cx="2123517" cy="29564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ctr"/>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Arial" panose="020B0604020202020204" pitchFamily="34" charset="0"/>
                <a:ea typeface="+mn-ea"/>
                <a:cs typeface="+mn-cs"/>
              </a:rPr>
              <a:t>Final slide</a:t>
            </a:r>
          </a:p>
        </p:txBody>
      </p:sp>
      <p:sp>
        <p:nvSpPr>
          <p:cNvPr id="136" name="Backup [Sticker]" hidden="1">
            <a:extLst>
              <a:ext uri="{FF2B5EF4-FFF2-40B4-BE49-F238E27FC236}">
                <a16:creationId xmlns:a16="http://schemas.microsoft.com/office/drawing/2014/main" id="{7EEB833A-9AFC-4A66-8469-9D3897CE1E66}"/>
              </a:ext>
            </a:extLst>
          </p:cNvPr>
          <p:cNvSpPr>
            <a:spLocks/>
          </p:cNvSpPr>
          <p:nvPr userDrawn="1"/>
        </p:nvSpPr>
        <p:spPr>
          <a:xfrm>
            <a:off x="10068483" y="896921"/>
            <a:ext cx="2123517" cy="29564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ctr"/>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Arial" panose="020B0604020202020204" pitchFamily="34" charset="0"/>
                <a:ea typeface="+mn-ea"/>
                <a:cs typeface="+mn-cs"/>
              </a:rPr>
              <a:t>Backup</a:t>
            </a:r>
          </a:p>
        </p:txBody>
      </p:sp>
      <p:sp>
        <p:nvSpPr>
          <p:cNvPr id="137" name="Update [Sticker]" hidden="1">
            <a:extLst>
              <a:ext uri="{FF2B5EF4-FFF2-40B4-BE49-F238E27FC236}">
                <a16:creationId xmlns:a16="http://schemas.microsoft.com/office/drawing/2014/main" id="{D41FF937-AB04-46EE-82EF-FCE26A919A7B}"/>
              </a:ext>
            </a:extLst>
          </p:cNvPr>
          <p:cNvSpPr>
            <a:spLocks/>
          </p:cNvSpPr>
          <p:nvPr userDrawn="1"/>
        </p:nvSpPr>
        <p:spPr>
          <a:xfrm>
            <a:off x="10068483" y="896921"/>
            <a:ext cx="2123517" cy="29564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ctr"/>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Arial" panose="020B0604020202020204" pitchFamily="34" charset="0"/>
                <a:ea typeface="+mn-ea"/>
                <a:cs typeface="+mn-cs"/>
              </a:rPr>
              <a:t>Update data</a:t>
            </a:r>
          </a:p>
        </p:txBody>
      </p:sp>
      <p:sp>
        <p:nvSpPr>
          <p:cNvPr id="138" name="Dummy [Sticker]" hidden="1">
            <a:extLst>
              <a:ext uri="{FF2B5EF4-FFF2-40B4-BE49-F238E27FC236}">
                <a16:creationId xmlns:a16="http://schemas.microsoft.com/office/drawing/2014/main" id="{06C5579C-7A02-48D6-A733-4B9E6D9F1443}"/>
              </a:ext>
            </a:extLst>
          </p:cNvPr>
          <p:cNvSpPr>
            <a:spLocks/>
          </p:cNvSpPr>
          <p:nvPr userDrawn="1"/>
        </p:nvSpPr>
        <p:spPr>
          <a:xfrm>
            <a:off x="10068483" y="896921"/>
            <a:ext cx="2123517" cy="29564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ctr"/>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Arial" panose="020B0604020202020204" pitchFamily="34" charset="0"/>
              </a:rPr>
              <a:t>Dummy data</a:t>
            </a:r>
          </a:p>
        </p:txBody>
      </p:sp>
      <p:sp>
        <p:nvSpPr>
          <p:cNvPr id="139" name="Formatting [Comment]" hidden="1">
            <a:extLst>
              <a:ext uri="{FF2B5EF4-FFF2-40B4-BE49-F238E27FC236}">
                <a16:creationId xmlns:a16="http://schemas.microsoft.com/office/drawing/2014/main" id="{89EB4C18-DFF3-4A27-ACBB-99DCDC8961A8}"/>
              </a:ext>
            </a:extLst>
          </p:cNvPr>
          <p:cNvSpPr>
            <a:spLocks/>
          </p:cNvSpPr>
          <p:nvPr userDrawn="1"/>
        </p:nvSpPr>
        <p:spPr>
          <a:xfrm>
            <a:off x="9480875" y="1097679"/>
            <a:ext cx="2478456" cy="1277432"/>
          </a:xfrm>
          <a:prstGeom prst="wedgeRectCallout">
            <a:avLst/>
          </a:prstGeom>
          <a:solidFill>
            <a:srgbClr val="FFFF00"/>
          </a:solidFill>
          <a:ln w="12700" cap="flat" cmpd="sng" algn="ctr">
            <a:solidFill>
              <a:srgbClr val="000000"/>
            </a:solidFill>
            <a:prstDash val="solid"/>
            <a:miter lim="800000"/>
          </a:ln>
          <a:effectLst/>
        </p:spPr>
        <p:txBody>
          <a:bodyPr lIns="143215" tIns="143215" rIns="143215" bIns="143215" rtlCol="0" anchor="t"/>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A0A0A"/>
                </a:solidFill>
                <a:effectLst/>
                <a:uLnTx/>
                <a:uFillTx/>
                <a:latin typeface="Arial" panose="020B0604020202020204" pitchFamily="34" charset="0"/>
              </a:rPr>
              <a:t>&lt;initials&gt; &lt;date&gt;</a:t>
            </a:r>
            <a:r>
              <a:rPr kumimoji="0" lang="en-US" sz="1200" b="0" i="0" u="none" strike="noStrike" kern="0" cap="none" spc="0" normalizeH="0" baseline="0" noProof="0" err="1">
                <a:ln>
                  <a:noFill/>
                </a:ln>
                <a:solidFill>
                  <a:srgbClr val="0A0A0A"/>
                </a:solidFill>
                <a:effectLst/>
                <a:uLnTx/>
                <a:uFillTx/>
                <a:latin typeface="Arial" panose="020B0604020202020204" pitchFamily="34" charset="0"/>
              </a:rPr>
              <a:t>yyyy</a:t>
            </a:r>
            <a:r>
              <a:rPr kumimoji="0" lang="en-US" sz="1200" b="0" i="0" u="none" strike="noStrike" kern="0" cap="none" spc="0" normalizeH="0" baseline="0" noProof="0">
                <a:ln>
                  <a:noFill/>
                </a:ln>
                <a:solidFill>
                  <a:srgbClr val="0A0A0A"/>
                </a:solidFill>
                <a:effectLst/>
                <a:uLnTx/>
                <a:uFillTx/>
                <a:latin typeface="Arial" panose="020B0604020202020204" pitchFamily="34" charset="0"/>
              </a:rPr>
              <a:t>-MM-dd </a:t>
            </a:r>
            <a:r>
              <a:rPr kumimoji="0" lang="en-US" sz="1200" b="0" i="0" u="none" strike="noStrike" kern="0" cap="none" spc="0" normalizeH="0" baseline="0" noProof="0" err="1">
                <a:ln>
                  <a:noFill/>
                </a:ln>
                <a:solidFill>
                  <a:srgbClr val="0A0A0A"/>
                </a:solidFill>
                <a:effectLst/>
                <a:uLnTx/>
                <a:uFillTx/>
                <a:latin typeface="Arial" panose="020B0604020202020204" pitchFamily="34" charset="0"/>
              </a:rPr>
              <a:t>hh:mm</a:t>
            </a:r>
            <a:r>
              <a:rPr kumimoji="0" lang="en-US" sz="1200" b="0" i="0" u="none" strike="noStrike" kern="0" cap="none" spc="0" normalizeH="0" baseline="0" noProof="0">
                <a:ln>
                  <a:noFill/>
                </a:ln>
                <a:solidFill>
                  <a:srgbClr val="0A0A0A"/>
                </a:solidFill>
                <a:effectLst/>
                <a:uLnTx/>
                <a:uFillTx/>
                <a:latin typeface="Arial" panose="020B0604020202020204" pitchFamily="34" charset="0"/>
              </a:rPr>
              <a:t>&lt;/date&gt;: </a:t>
            </a:r>
          </a:p>
          <a:p>
            <a:pPr marL="0" marR="0" lvl="0" indent="0" defTabSz="914126"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A0A0A"/>
              </a:solidFill>
              <a:effectLst/>
              <a:uLnTx/>
              <a:uFillTx/>
              <a:latin typeface="Arial" panose="020B0604020202020204" pitchFamily="34" charset="0"/>
            </a:endParaRPr>
          </a:p>
        </p:txBody>
      </p:sp>
      <p:sp>
        <p:nvSpPr>
          <p:cNvPr id="140" name="Content [Comment]" hidden="1">
            <a:extLst>
              <a:ext uri="{FF2B5EF4-FFF2-40B4-BE49-F238E27FC236}">
                <a16:creationId xmlns:a16="http://schemas.microsoft.com/office/drawing/2014/main" id="{906252E7-98DB-45F0-8278-EB60F71B7340}"/>
              </a:ext>
            </a:extLst>
          </p:cNvPr>
          <p:cNvSpPr>
            <a:spLocks/>
          </p:cNvSpPr>
          <p:nvPr userDrawn="1"/>
        </p:nvSpPr>
        <p:spPr>
          <a:xfrm>
            <a:off x="9480875" y="1097671"/>
            <a:ext cx="2478456" cy="1277440"/>
          </a:xfrm>
          <a:prstGeom prst="wedgeRectCallout">
            <a:avLst/>
          </a:prstGeom>
          <a:solidFill>
            <a:srgbClr val="FFFF00"/>
          </a:solidFill>
          <a:ln w="12700" cap="flat" cmpd="sng" algn="ctr">
            <a:solidFill>
              <a:srgbClr val="000000"/>
            </a:solidFill>
            <a:prstDash val="solid"/>
            <a:miter lim="800000"/>
          </a:ln>
          <a:effectLst/>
        </p:spPr>
        <p:txBody>
          <a:bodyPr lIns="143215" tIns="143215" rIns="143215" bIns="143215" rtlCol="0" anchor="t"/>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A0A0A"/>
                </a:solidFill>
                <a:effectLst/>
                <a:uLnTx/>
                <a:uFillTx/>
                <a:latin typeface="Arial" panose="020B0604020202020204" pitchFamily="34" charset="0"/>
              </a:rPr>
              <a:t>&lt;initials&gt; &lt;date&gt;</a:t>
            </a:r>
            <a:r>
              <a:rPr kumimoji="0" lang="en-US" sz="1200" b="0" i="0" u="none" strike="noStrike" kern="0" cap="none" spc="0" normalizeH="0" baseline="0" noProof="0" err="1">
                <a:ln>
                  <a:noFill/>
                </a:ln>
                <a:solidFill>
                  <a:srgbClr val="0A0A0A"/>
                </a:solidFill>
                <a:effectLst/>
                <a:uLnTx/>
                <a:uFillTx/>
                <a:latin typeface="Arial" panose="020B0604020202020204" pitchFamily="34" charset="0"/>
              </a:rPr>
              <a:t>yyyy</a:t>
            </a:r>
            <a:r>
              <a:rPr kumimoji="0" lang="en-US" sz="1200" b="0" i="0" u="none" strike="noStrike" kern="0" cap="none" spc="0" normalizeH="0" baseline="0" noProof="0">
                <a:ln>
                  <a:noFill/>
                </a:ln>
                <a:solidFill>
                  <a:srgbClr val="0A0A0A"/>
                </a:solidFill>
                <a:effectLst/>
                <a:uLnTx/>
                <a:uFillTx/>
                <a:latin typeface="Arial" panose="020B0604020202020204" pitchFamily="34" charset="0"/>
              </a:rPr>
              <a:t>-MM-dd </a:t>
            </a:r>
            <a:r>
              <a:rPr kumimoji="0" lang="en-US" sz="1200" b="0" i="0" u="none" strike="noStrike" kern="0" cap="none" spc="0" normalizeH="0" baseline="0" noProof="0" err="1">
                <a:ln>
                  <a:noFill/>
                </a:ln>
                <a:solidFill>
                  <a:srgbClr val="0A0A0A"/>
                </a:solidFill>
                <a:effectLst/>
                <a:uLnTx/>
                <a:uFillTx/>
                <a:latin typeface="Arial" panose="020B0604020202020204" pitchFamily="34" charset="0"/>
              </a:rPr>
              <a:t>hh:mm</a:t>
            </a:r>
            <a:r>
              <a:rPr kumimoji="0" lang="en-US" sz="1200" b="0" i="0" u="none" strike="noStrike" kern="0" cap="none" spc="0" normalizeH="0" baseline="0" noProof="0">
                <a:ln>
                  <a:noFill/>
                </a:ln>
                <a:solidFill>
                  <a:srgbClr val="0A0A0A"/>
                </a:solidFill>
                <a:effectLst/>
                <a:uLnTx/>
                <a:uFillTx/>
                <a:latin typeface="Arial" panose="020B0604020202020204" pitchFamily="34" charset="0"/>
              </a:rPr>
              <a:t>&lt;/date&gt;: </a:t>
            </a:r>
          </a:p>
        </p:txBody>
      </p:sp>
      <p:sp>
        <p:nvSpPr>
          <p:cNvPr id="141" name="Draft [Sticker]" hidden="1">
            <a:extLst>
              <a:ext uri="{FF2B5EF4-FFF2-40B4-BE49-F238E27FC236}">
                <a16:creationId xmlns:a16="http://schemas.microsoft.com/office/drawing/2014/main" id="{904633E3-6BC9-4C5E-B74A-8B9D4AE95B20}"/>
              </a:ext>
            </a:extLst>
          </p:cNvPr>
          <p:cNvSpPr/>
          <p:nvPr userDrawn="1"/>
        </p:nvSpPr>
        <p:spPr bwMode="gray">
          <a:xfrm rot="18900000">
            <a:off x="2915884" y="2819463"/>
            <a:ext cx="6360233" cy="1219077"/>
          </a:xfrm>
          <a:prstGeom prst="rect">
            <a:avLst/>
          </a:prstGeom>
          <a:noFill/>
          <a:ln w="25400" algn="ctr">
            <a:noFill/>
            <a:miter lim="800000"/>
            <a:headEnd/>
            <a:tailEnd/>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r>
              <a:rPr kumimoji="0" lang="en-US" sz="8797" b="0" i="0" u="none" strike="noStrike" kern="0" cap="none" spc="0" normalizeH="0" baseline="0" noProof="0">
                <a:ln>
                  <a:noFill/>
                </a:ln>
                <a:solidFill>
                  <a:schemeClr val="tx2"/>
                </a:solidFill>
                <a:effectLst/>
                <a:uLnTx/>
                <a:uFillTx/>
                <a:latin typeface="Arial" panose="020B0604020202020204" pitchFamily="34" charset="0"/>
                <a:ea typeface="Arial Unicode MS" pitchFamily="34" charset="-128"/>
                <a:cs typeface="Arial Unicode MS" pitchFamily="34" charset="-128"/>
              </a:rPr>
              <a:t>DRAFT</a:t>
            </a:r>
          </a:p>
        </p:txBody>
      </p:sp>
    </p:spTree>
    <p:extLst>
      <p:ext uri="{BB962C8B-B14F-4D97-AF65-F5344CB8AC3E}">
        <p14:creationId xmlns:p14="http://schemas.microsoft.com/office/powerpoint/2010/main" val="2160287513"/>
      </p:ext>
    </p:extLst>
  </p:cSld>
  <p:clrMap bg1="lt1" tx1="dk1" bg2="lt2" tx2="dk2" accent1="accent1" accent2="accent2" accent3="accent3" accent4="accent4" accent5="accent5" accent6="accent6" hlink="hlink" folHlink="folHlink"/>
  <p:sldLayoutIdLst>
    <p:sldLayoutId id="2147483691" r:id="rId1"/>
    <p:sldLayoutId id="2147483692" r:id="rId2"/>
  </p:sldLayoutIdLst>
  <p:hf hdr="0" ftr="0" dt="0"/>
  <p:txStyles>
    <p:titleStyle>
      <a:lvl1pPr algn="l" defTabSz="1088231" rtl="0" eaLnBrk="1" latinLnBrk="0" hangingPunct="1">
        <a:spcBef>
          <a:spcPct val="0"/>
        </a:spcBef>
        <a:buNone/>
        <a:defRPr sz="2399" b="0" i="0" kern="1200" baseline="0">
          <a:solidFill>
            <a:schemeClr val="tx1"/>
          </a:solidFill>
          <a:latin typeface="72 Brand Medium" panose="020B0504030603020204" pitchFamily="34" charset="0"/>
          <a:ea typeface="+mj-ea"/>
          <a:cs typeface="+mj-cs"/>
        </a:defRPr>
      </a:lvl1pPr>
    </p:titleStyle>
    <p:bodyStyle>
      <a:lvl1pPr marL="0" indent="0" algn="l" defTabSz="1088231" rtl="0" eaLnBrk="1" latinLnBrk="0" hangingPunct="1">
        <a:spcBef>
          <a:spcPts val="1799"/>
        </a:spcBef>
        <a:buClrTx/>
        <a:buSzPct val="80000"/>
        <a:buFont typeface="Roboto" panose="02000000000000000000" pitchFamily="2" charset="0"/>
        <a:buChar char="​"/>
        <a:defRPr sz="1999" b="0" i="0" kern="1200">
          <a:solidFill>
            <a:schemeClr val="tx1"/>
          </a:solidFill>
          <a:latin typeface="72 Brand" panose="020B0504030603020204" pitchFamily="34" charset="0"/>
          <a:ea typeface="+mn-ea"/>
          <a:cs typeface="+mn-cs"/>
        </a:defRPr>
      </a:lvl1pPr>
      <a:lvl2pPr marL="179910" indent="-179910" algn="l" defTabSz="1088231" rtl="0" eaLnBrk="1" latinLnBrk="0" hangingPunct="1">
        <a:spcBef>
          <a:spcPts val="600"/>
        </a:spcBef>
        <a:buClr>
          <a:schemeClr val="tx1"/>
        </a:buClr>
        <a:buSzPct val="100000"/>
        <a:buFont typeface="Arial" panose="020B0604020202020204" pitchFamily="34" charset="0"/>
        <a:buChar char="•"/>
        <a:defRPr sz="1799" b="0" i="0" kern="1200">
          <a:solidFill>
            <a:schemeClr val="tx1"/>
          </a:solidFill>
          <a:latin typeface="72 Brand" panose="020B0504030603020204" pitchFamily="34" charset="0"/>
          <a:ea typeface="+mn-ea"/>
          <a:cs typeface="+mn-cs"/>
        </a:defRPr>
      </a:lvl2pPr>
      <a:lvl3pPr marL="358667" indent="-179334" algn="l" defTabSz="1088231" rtl="0" eaLnBrk="1" latinLnBrk="0" hangingPunct="1">
        <a:spcBef>
          <a:spcPts val="300"/>
        </a:spcBef>
        <a:buClr>
          <a:schemeClr val="tx1"/>
        </a:buClr>
        <a:buSzPct val="100000"/>
        <a:buFont typeface="Arial" panose="020B0604020202020204" pitchFamily="34" charset="0"/>
        <a:buChar char="–"/>
        <a:defRPr lang="en-US" sz="1799" b="0" i="0" kern="1200" noProof="0" dirty="0" smtClean="0">
          <a:solidFill>
            <a:schemeClr val="tx1"/>
          </a:solidFill>
          <a:latin typeface="72 Brand" panose="020B0504030603020204" pitchFamily="34" charset="0"/>
          <a:ea typeface="+mn-ea"/>
          <a:cs typeface="+mn-cs"/>
        </a:defRPr>
      </a:lvl3pPr>
      <a:lvl4pPr marL="539730" indent="-179910" algn="l" defTabSz="1088231"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72 Brand" panose="020B0504030603020204" pitchFamily="34" charset="0"/>
          <a:ea typeface="+mn-ea"/>
          <a:cs typeface="+mn-cs"/>
        </a:defRPr>
      </a:lvl4pPr>
      <a:lvl5pPr marL="719640" indent="-179910" algn="l" defTabSz="1088231"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72 Brand" panose="020B0504030603020204" pitchFamily="34" charset="0"/>
          <a:ea typeface="+mn-ea"/>
          <a:cs typeface="+mn-cs"/>
        </a:defRPr>
      </a:lvl5pPr>
      <a:lvl6pPr marL="2992637" indent="-272058" algn="l" defTabSz="1088231" rtl="0" eaLnBrk="1" latinLnBrk="0" hangingPunct="1">
        <a:spcBef>
          <a:spcPct val="20000"/>
        </a:spcBef>
        <a:buFont typeface="Arial" pitchFamily="34" charset="0"/>
        <a:buChar char="•"/>
        <a:defRPr sz="2399" kern="1200">
          <a:solidFill>
            <a:schemeClr val="tx1"/>
          </a:solidFill>
          <a:latin typeface="+mn-lt"/>
          <a:ea typeface="+mn-ea"/>
          <a:cs typeface="+mn-cs"/>
        </a:defRPr>
      </a:lvl6pPr>
      <a:lvl7pPr marL="3536753" indent="-272058" algn="l" defTabSz="1088231" rtl="0" eaLnBrk="1" latinLnBrk="0" hangingPunct="1">
        <a:spcBef>
          <a:spcPct val="20000"/>
        </a:spcBef>
        <a:buFont typeface="Arial" pitchFamily="34" charset="0"/>
        <a:buChar char="•"/>
        <a:defRPr sz="2399" kern="1200">
          <a:solidFill>
            <a:schemeClr val="tx1"/>
          </a:solidFill>
          <a:latin typeface="+mn-lt"/>
          <a:ea typeface="+mn-ea"/>
          <a:cs typeface="+mn-cs"/>
        </a:defRPr>
      </a:lvl7pPr>
      <a:lvl8pPr marL="4080868" indent="-272058" algn="l" defTabSz="1088231" rtl="0" eaLnBrk="1" latinLnBrk="0" hangingPunct="1">
        <a:spcBef>
          <a:spcPct val="20000"/>
        </a:spcBef>
        <a:buFont typeface="Arial" pitchFamily="34" charset="0"/>
        <a:buChar char="•"/>
        <a:defRPr sz="2399" kern="1200">
          <a:solidFill>
            <a:schemeClr val="tx1"/>
          </a:solidFill>
          <a:latin typeface="+mn-lt"/>
          <a:ea typeface="+mn-ea"/>
          <a:cs typeface="+mn-cs"/>
        </a:defRPr>
      </a:lvl8pPr>
      <a:lvl9pPr marL="4624985" indent="-272058" algn="l" defTabSz="1088231" rtl="0" eaLnBrk="1" latinLnBrk="0" hangingPunct="1">
        <a:spcBef>
          <a:spcPct val="20000"/>
        </a:spcBef>
        <a:buFont typeface="Arial" pitchFamily="34" charset="0"/>
        <a:buChar char="•"/>
        <a:defRPr sz="2399" kern="1200">
          <a:solidFill>
            <a:schemeClr val="tx1"/>
          </a:solidFill>
          <a:latin typeface="+mn-lt"/>
          <a:ea typeface="+mn-ea"/>
          <a:cs typeface="+mn-cs"/>
        </a:defRPr>
      </a:lvl9pPr>
    </p:bodyStyle>
    <p:otherStyle>
      <a:defPPr>
        <a:defRPr lang="de-DE"/>
      </a:defPPr>
      <a:lvl1pPr marL="0" algn="l" defTabSz="1088231" rtl="0" eaLnBrk="1" latinLnBrk="0" hangingPunct="1">
        <a:defRPr sz="2099" kern="1200">
          <a:solidFill>
            <a:schemeClr val="tx1"/>
          </a:solidFill>
          <a:latin typeface="+mn-lt"/>
          <a:ea typeface="+mn-ea"/>
          <a:cs typeface="+mn-cs"/>
        </a:defRPr>
      </a:lvl1pPr>
      <a:lvl2pPr marL="544116" algn="l" defTabSz="1088231" rtl="0" eaLnBrk="1" latinLnBrk="0" hangingPunct="1">
        <a:defRPr sz="2099" kern="1200">
          <a:solidFill>
            <a:schemeClr val="tx1"/>
          </a:solidFill>
          <a:latin typeface="+mn-lt"/>
          <a:ea typeface="+mn-ea"/>
          <a:cs typeface="+mn-cs"/>
        </a:defRPr>
      </a:lvl2pPr>
      <a:lvl3pPr marL="1088231" algn="l" defTabSz="1088231" rtl="0" eaLnBrk="1" latinLnBrk="0" hangingPunct="1">
        <a:defRPr sz="2099" kern="1200">
          <a:solidFill>
            <a:schemeClr val="tx1"/>
          </a:solidFill>
          <a:latin typeface="+mn-lt"/>
          <a:ea typeface="+mn-ea"/>
          <a:cs typeface="+mn-cs"/>
        </a:defRPr>
      </a:lvl3pPr>
      <a:lvl4pPr marL="1632347" algn="l" defTabSz="1088231" rtl="0" eaLnBrk="1" latinLnBrk="0" hangingPunct="1">
        <a:defRPr sz="2099" kern="1200">
          <a:solidFill>
            <a:schemeClr val="tx1"/>
          </a:solidFill>
          <a:latin typeface="+mn-lt"/>
          <a:ea typeface="+mn-ea"/>
          <a:cs typeface="+mn-cs"/>
        </a:defRPr>
      </a:lvl4pPr>
      <a:lvl5pPr marL="2176463" algn="l" defTabSz="1088231" rtl="0" eaLnBrk="1" latinLnBrk="0" hangingPunct="1">
        <a:defRPr sz="2099" kern="1200">
          <a:solidFill>
            <a:schemeClr val="tx1"/>
          </a:solidFill>
          <a:latin typeface="+mn-lt"/>
          <a:ea typeface="+mn-ea"/>
          <a:cs typeface="+mn-cs"/>
        </a:defRPr>
      </a:lvl5pPr>
      <a:lvl6pPr marL="2720580" algn="l" defTabSz="1088231" rtl="0" eaLnBrk="1" latinLnBrk="0" hangingPunct="1">
        <a:defRPr sz="2099" kern="1200">
          <a:solidFill>
            <a:schemeClr val="tx1"/>
          </a:solidFill>
          <a:latin typeface="+mn-lt"/>
          <a:ea typeface="+mn-ea"/>
          <a:cs typeface="+mn-cs"/>
        </a:defRPr>
      </a:lvl6pPr>
      <a:lvl7pPr marL="3264695" algn="l" defTabSz="1088231" rtl="0" eaLnBrk="1" latinLnBrk="0" hangingPunct="1">
        <a:defRPr sz="2099" kern="1200">
          <a:solidFill>
            <a:schemeClr val="tx1"/>
          </a:solidFill>
          <a:latin typeface="+mn-lt"/>
          <a:ea typeface="+mn-ea"/>
          <a:cs typeface="+mn-cs"/>
        </a:defRPr>
      </a:lvl7pPr>
      <a:lvl8pPr marL="3808811" algn="l" defTabSz="1088231" rtl="0" eaLnBrk="1" latinLnBrk="0" hangingPunct="1">
        <a:defRPr sz="2099" kern="1200">
          <a:solidFill>
            <a:schemeClr val="tx1"/>
          </a:solidFill>
          <a:latin typeface="+mn-lt"/>
          <a:ea typeface="+mn-ea"/>
          <a:cs typeface="+mn-cs"/>
        </a:defRPr>
      </a:lvl8pPr>
      <a:lvl9pPr marL="4352927" algn="l" defTabSz="1088231" rtl="0" eaLnBrk="1" latinLnBrk="0" hangingPunct="1">
        <a:defRPr sz="20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1">
          <p15:clr>
            <a:srgbClr val="F26B43"/>
          </p15:clr>
        </p15:guide>
      </p15:sldGuideLst>
    </p:ext>
  </p:extLst>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69231-D74F-C394-0F2F-E98E4FA8DEE1}"/>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D9896E2-D3CB-76D1-F514-1BA128F345AF}"/>
              </a:ext>
            </a:extLst>
          </p:cNvPr>
          <p:cNvGraphicFramePr>
            <a:graphicFrameLocks noGrp="1"/>
          </p:cNvGraphicFramePr>
          <p:nvPr>
            <p:extLst>
              <p:ext uri="{D42A27DB-BD31-4B8C-83A1-F6EECF244321}">
                <p14:modId xmlns:p14="http://schemas.microsoft.com/office/powerpoint/2010/main" val="3761719431"/>
              </p:ext>
            </p:extLst>
          </p:nvPr>
        </p:nvGraphicFramePr>
        <p:xfrm>
          <a:off x="506781" y="1080130"/>
          <a:ext cx="10765232" cy="705728"/>
        </p:xfrm>
        <a:graphic>
          <a:graphicData uri="http://schemas.openxmlformats.org/drawingml/2006/table">
            <a:tbl>
              <a:tblPr firstRow="1" bandRow="1">
                <a:tableStyleId>{5940675A-B579-460E-94D1-54222C63F5DA}</a:tableStyleId>
              </a:tblPr>
              <a:tblGrid>
                <a:gridCol w="9565232"/>
                <a:gridCol w="400000"/>
                <a:gridCol w="400000"/>
                <a:gridCol w="400000"/>
              </a:tblGrid>
              <a:tr h="482208">
                <a:tc>
                  <a:txBody>
                    <a:bodyPr/>
                    <a:lstStyle/>
                    <a:p>
                      <a:pPr algn="ctr">
                        <a:buNone/>
                      </a:pPr>
                      <a:r>
                        <a:rPr lang="en-GB" sz="800" b="1" i="0" u="none" strike="noStrike" dirty="0">
                          <a:solidFill>
                            <a:srgbClr val="FFFFFF"/>
                          </a:solidFill>
                          <a:effectLst/>
                          <a:latin typeface="72 Brand" panose="020B0504030603020204" pitchFamily="34" charset="0"/>
                        </a:rPr>
                        <a:t>Objectives</a:t>
                      </a:r>
                    </a:p>
                  </a:txBody>
                  <a:tcPr marL="50800" marR="50800" marT="50800" marB="50800" anchor="ctr">
                    <a:lnL w="12700" cmpd="sng">
                      <a:noFill/>
                    </a:lnL>
                    <a:lnR w="9525"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3366"/>
                    </a:solidFill>
                  </a:tcPr>
                </a:tc>
                <a:tc>
                  <a:txBody>
                    <a:bodyPr/>
                    <a:lstStyle/>
                    <a:p>
                      <a:pPr algn="ctr" rtl="0">
                        <a:buNone/>
                      </a:pPr>
                      <a:r>
                        <a:rPr lang="en-GB" sz="800" b="1" i="0" u="none" strike="noStrike" dirty="0">
                          <a:solidFill>
                            <a:srgbClr val="FFFFFF"/>
                          </a:solidFill>
                          <a:effectLst/>
                          <a:latin typeface="72 Brand" panose="020B0504030603020204" pitchFamily="34" charset="0"/>
                        </a:rPr>
                        <a:t>2026</a:t>
                      </a:r>
                    </a:p>
                  </a:txBody>
                  <a:tcPr marL="50800" marR="50800" marT="50800" marB="50800" anchor="ctr">
                    <a:lnL w="12700" cap="flat" cmpd="sng" algn="ctr">
                      <a:no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3366"/>
                    </a:solidFill>
                  </a:tcPr>
                </a:tc>
                <a:tc>
                  <a:txBody>
                    <a:bodyPr/>
                    <a:lstStyle/>
                    <a:p>
                      <a:pPr algn="ctr" rtl="0">
                        <a:buNone/>
                      </a:pPr>
                      <a:r>
                        <a:rPr lang="en-GB" sz="800" b="1" i="0" u="none" strike="noStrike" dirty="0">
                          <a:solidFill>
                            <a:srgbClr val="FFFFFF"/>
                          </a:solidFill>
                          <a:effectLst/>
                          <a:latin typeface="72 Brand" panose="020B0504030603020204" pitchFamily="34" charset="0"/>
                        </a:rPr>
                        <a:t>2027</a:t>
                      </a:r>
                    </a:p>
                  </a:txBody>
                  <a:tcPr marL="50800" marR="50800" marT="50800" marB="50800" anchor="ctr">
                    <a:lnL w="12700" cap="flat" cmpd="sng" algn="ctr">
                      <a:no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3366"/>
                    </a:solidFill>
                  </a:tcPr>
                </a:tc>
                <a:tc>
                  <a:txBody>
                    <a:bodyPr/>
                    <a:lstStyle/>
                    <a:p>
                      <a:pPr algn="ctr" rtl="0">
                        <a:buNone/>
                      </a:pPr>
                      <a:r>
                        <a:rPr lang="en-GB" sz="800" b="1" i="0" u="none" strike="noStrike" dirty="0">
                          <a:solidFill>
                            <a:srgbClr val="FFFFFF"/>
                          </a:solidFill>
                          <a:effectLst/>
                          <a:latin typeface="72 Brand" panose="020B0504030603020204" pitchFamily="34" charset="0"/>
                        </a:rPr>
                        <a:t>2028</a:t>
                      </a:r>
                    </a:p>
                  </a:txBody>
                  <a:tcPr marL="50800" marR="50800" marT="50800" marB="508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3366"/>
                    </a:solidFill>
                  </a:tcPr>
                </a:tc>
              </a:tr>
              <a:tr h="223520">
                <a:tc>
                  <a:txBody>
                    <a:bodyPr/>
                    <a:lstStyle/>
                    <a:p>
                      <a:pPr algn="l" rtl="0">
                        <a:buNone/>
                      </a:pPr>
                      <a:r>
                        <a:rPr lang="en-GB" sz="800" b="0" i="0" u="none" strike="noStrike" dirty="0">
                          <a:solidFill>
                            <a:srgbClr val="000000"/>
                          </a:solidFill>
                          <a:effectLst/>
                          <a:latin typeface="72 Brand" panose="020B0504030603020204" pitchFamily="34" charset="0"/>
                        </a:rPr>
                        <a:t>Desc</a:t>
                      </a:r>
                    </a:p>
                  </a:txBody>
                  <a:tcPr marL="50800" marR="50800" marT="50800" marB="50800" anchor="t">
                    <a:lnL w="12700" cmpd="sng">
                      <a:noFill/>
                    </a:lnL>
                    <a:lnR w="9525"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endParaRPr lang="en-GB"/>
                    </a:p>
                  </a:txBody>
                  <a:tcPr marL="50800" marR="50800" marT="50800" marB="50800" anchor="t">
                    <a:lnL w="12700" cap="flat" cmpd="sng" algn="ctr">
                      <a:no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endParaRPr lang="en-GB"/>
                    </a:p>
                  </a:txBody>
                  <a:tcPr marL="50800" marR="50800" marT="50800" marB="50800" anchor="t">
                    <a:lnL w="12700" cap="flat" cmpd="sng" algn="ctr">
                      <a:no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endParaRPr lang="en-GB"/>
                    </a:p>
                  </a:txBody>
                  <a:tcPr marL="50800" marR="50800" marT="50800" marB="50800" anchor="t">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7" name="Title 3">
            <a:extLst>
              <a:ext uri="{FF2B5EF4-FFF2-40B4-BE49-F238E27FC236}">
                <a16:creationId xmlns:a16="http://schemas.microsoft.com/office/drawing/2014/main" id="{4FC67E60-2E47-2C5B-F68E-658CD123C516}"/>
              </a:ext>
            </a:extLst>
          </p:cNvPr>
          <p:cNvSpPr>
            <a:spLocks noGrp="1"/>
          </p:cNvSpPr>
          <p:nvPr>
            <p:ph type="title"/>
          </p:nvPr>
        </p:nvSpPr>
        <p:spPr>
          <a:xfrm>
            <a:off x="503871" y="504761"/>
            <a:ext cx="11180262" cy="369236"/>
          </a:xfrm>
        </p:spPr>
        <p:txBody>
          <a:bodyPr vert="horz">
            <a:normAutofit/>
          </a:bodyPr>
          <a:lstStyle/>
          <a:p>
            <a:r>
              <a:rPr lang="en-US" b="1" dirty="0">
                <a:latin typeface="72 Brand" panose="020B0504030603020204" pitchFamily="34" charset="0"/>
              </a:rPr>
              <a:t>Test</a:t>
            </a:r>
          </a:p>
        </p:txBody>
      </p:sp>
    </p:spTree>
    <p:extLst>
      <p:ext uri="{BB962C8B-B14F-4D97-AF65-F5344CB8AC3E}">
        <p14:creationId xmlns:p14="http://schemas.microsoft.com/office/powerpoint/2010/main" val="1832362175"/>
      </p:ext>
    </p:extLst>
  </p:cSld>
  <p:clrMapOvr>
    <a:masterClrMapping/>
  </p:clrMapOvr>
</p:sld>
</file>

<file path=ppt/theme/theme1.xml><?xml version="1.0" encoding="utf-8"?>
<a:theme xmlns:a="http://schemas.openxmlformats.org/drawingml/2006/main" name="SAP Template 2023">
  <a:themeElements>
    <a:clrScheme name="SAP Colors 2023">
      <a:dk1>
        <a:srgbClr val="000000"/>
      </a:dk1>
      <a:lt1>
        <a:srgbClr val="FFFFFF"/>
      </a:lt1>
      <a:dk2>
        <a:srgbClr val="1B90FF"/>
      </a:dk2>
      <a:lt2>
        <a:srgbClr val="89D1FF"/>
      </a:lt2>
      <a:accent1>
        <a:srgbClr val="E76500"/>
      </a:accent1>
      <a:accent2>
        <a:srgbClr val="049F9A"/>
      </a:accent2>
      <a:accent3>
        <a:srgbClr val="36A41D"/>
      </a:accent3>
      <a:accent4>
        <a:srgbClr val="FA4F96"/>
      </a:accent4>
      <a:accent5>
        <a:srgbClr val="F31DED"/>
      </a:accent5>
      <a:accent6>
        <a:srgbClr val="7858FF"/>
      </a:accent6>
      <a:hlink>
        <a:srgbClr val="0070F2"/>
      </a:hlink>
      <a:folHlink>
        <a:srgbClr val="0070F2"/>
      </a:folHlink>
    </a:clrScheme>
    <a:fontScheme name="SAP 2023">
      <a:majorFont>
        <a:latin typeface="72 Brand Medium"/>
        <a:ea typeface=""/>
        <a:cs typeface=""/>
      </a:majorFont>
      <a:minorFont>
        <a:latin typeface="72 Brand"/>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noFill/>
        <a:ln w="25400" algn="ctr">
          <a:solidFill>
            <a:schemeClr val="tx1"/>
          </a:solid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25400">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fontAlgn="base">
          <a:spcBef>
            <a:spcPct val="50000"/>
          </a:spcBef>
          <a:spcAft>
            <a:spcPct val="0"/>
          </a:spcAft>
          <a:buClr>
            <a:schemeClr val="tx1"/>
          </a:buClr>
          <a:buSzPct val="100000"/>
          <a:defRPr sz="1800" kern="0" dirty="0" err="1" smtClean="0">
            <a:latin typeface="72 Brand" panose="020B0504030603020204" pitchFamily="34" charset="0"/>
            <a:ea typeface="Arial Unicode MS" pitchFamily="34" charset="-128"/>
            <a:cs typeface="Arial Unicode MS" pitchFamily="34" charset="-128"/>
          </a:defRPr>
        </a:defPPr>
      </a:lstStyle>
    </a:txDef>
  </a:objectDefaults>
  <a:extraClrSchemeLst/>
  <a:custClrLst>
    <a:custClr name="Blue 2">
      <a:srgbClr val="D1EFFF"/>
    </a:custClr>
    <a:custClr name="Blue 4">
      <a:srgbClr val="89D1FF"/>
    </a:custClr>
    <a:custClr name="Blue 6">
      <a:srgbClr val="1B90FF"/>
    </a:custClr>
    <a:custClr name="Blue 7">
      <a:srgbClr val="0070F2"/>
    </a:custClr>
    <a:custClr name="Blue 10">
      <a:srgbClr val="002A86"/>
    </a:custClr>
    <a:custClr name="Blue 11">
      <a:srgbClr val="00144A"/>
    </a:custClr>
    <a:custClr name="Mango 2">
      <a:srgbClr val="FFF3B8"/>
    </a:custClr>
    <a:custClr name="Mango 4">
      <a:srgbClr val="FFC933"/>
    </a:custClr>
    <a:custClr name="Mango 6">
      <a:srgbClr val="E76500"/>
    </a:custClr>
    <a:custClr name="Mango 7">
      <a:srgbClr val="C35500"/>
    </a:custClr>
    <a:custClr name="Mango 10">
      <a:srgbClr val="6D1900"/>
    </a:custClr>
    <a:custClr name="Mango 11">
      <a:srgbClr val="450B00"/>
    </a:custClr>
    <a:custClr name="Teal 2">
      <a:srgbClr val="C2FCEE"/>
    </a:custClr>
    <a:custClr name="Teal 4">
      <a:srgbClr val="2CE0BF"/>
    </a:custClr>
    <a:custClr name="Teal 6">
      <a:srgbClr val="049F9A"/>
    </a:custClr>
    <a:custClr name="Teal 7">
      <a:srgbClr val="07838F"/>
    </a:custClr>
    <a:custClr name="Teal 10">
      <a:srgbClr val="02414C"/>
    </a:custClr>
    <a:custClr name="Teal 11">
      <a:srgbClr val="012931"/>
    </a:custClr>
    <a:custClr name="Green 2">
      <a:srgbClr val="EBF5CB"/>
    </a:custClr>
    <a:custClr name="Green 4">
      <a:srgbClr val="97DD40"/>
    </a:custClr>
    <a:custClr name="Green 6">
      <a:srgbClr val="36A41D"/>
    </a:custClr>
    <a:custClr name="Green 7">
      <a:srgbClr val="188918"/>
    </a:custClr>
    <a:custClr name="Green 10">
      <a:srgbClr val="164323"/>
    </a:custClr>
    <a:custClr name="Green 11">
      <a:srgbClr val="0E2B16"/>
    </a:custClr>
    <a:custClr name="Red 2">
      <a:srgbClr val="FFD5EA"/>
    </a:custClr>
    <a:custClr name="Red 4">
      <a:srgbClr val="FF8CB2"/>
    </a:custClr>
    <a:custClr name="Red 6">
      <a:srgbClr val="EE3939"/>
    </a:custClr>
    <a:custClr name="Red 7">
      <a:srgbClr val="D20A0A"/>
    </a:custClr>
    <a:custClr name="Red 10">
      <a:srgbClr val="5A0404"/>
    </a:custClr>
    <a:custClr name="Red 11">
      <a:srgbClr val="350000"/>
    </a:custClr>
    <a:custClr name="Raspberry 2">
      <a:srgbClr val="FFDCE8"/>
    </a:custClr>
    <a:custClr name="Raspberry 4">
      <a:srgbClr val="FEADC8"/>
    </a:custClr>
    <a:custClr name="Raspberry 6">
      <a:srgbClr val="FA4F96"/>
    </a:custClr>
    <a:custClr name="Raspberry 7">
      <a:srgbClr val="DF1278"/>
    </a:custClr>
    <a:custClr name="Raspberry 10">
      <a:srgbClr val="71014B"/>
    </a:custClr>
    <a:custClr name="Raspberry 11">
      <a:srgbClr val="510136"/>
    </a:custClr>
    <a:custClr name="Pink 2">
      <a:srgbClr val="FFDCF3"/>
    </a:custClr>
    <a:custClr name="Pink 4">
      <a:srgbClr val="FF8AF0"/>
    </a:custClr>
    <a:custClr name="Pink 6">
      <a:srgbClr val="F31DED"/>
    </a:custClr>
    <a:custClr name="Pink 7">
      <a:srgbClr val="CC00DC"/>
    </a:custClr>
    <a:custClr name="Pink 10">
      <a:srgbClr val="510080"/>
    </a:custClr>
    <a:custClr name="Pink 11">
      <a:srgbClr val="28004A"/>
    </a:custClr>
    <a:custClr name="Indigo 2">
      <a:srgbClr val="E2D8FF"/>
    </a:custClr>
    <a:custClr name="Indigo 4">
      <a:srgbClr val="B894FF"/>
    </a:custClr>
    <a:custClr name="Indigo 6">
      <a:srgbClr val="7858FF"/>
    </a:custClr>
    <a:custClr name="Indigo 7">
      <a:srgbClr val="5D36FF"/>
    </a:custClr>
    <a:custClr name="Indigo 10">
      <a:srgbClr val="1C0C6E"/>
    </a:custClr>
    <a:custClr name="Indigo 11">
      <a:srgbClr val="0E0637"/>
    </a:custClr>
  </a:custClrLst>
  <a:extLst>
    <a:ext uri="{05A4C25C-085E-4340-85A3-A5531E510DB2}">
      <thm15:themeFamily xmlns:thm15="http://schemas.microsoft.com/office/thememl/2012/main" name="Präsentation2" id="{B44FA898-7065-C140-B2C5-C93FD2EC289B}" vid="{E4A21F8A-B61B-F245-8125-6893948E4DD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cf7ac0a-4681-4823-ab0b-04ef02c5f873}" enabled="1" method="Standard" siteId="{42f7676c-f455-423c-82f6-dc2d99791af7}" removed="0"/>
</clbl:labelList>
</file>

<file path=docProps/app.xml><?xml version="1.0" encoding="utf-8"?>
<Properties xmlns="http://schemas.openxmlformats.org/officeDocument/2006/extended-properties" xmlns:vt="http://schemas.openxmlformats.org/officeDocument/2006/docPropsVTypes">
  <TotalTime>5</TotalTime>
  <Words>304</Words>
  <Application>Microsoft Office PowerPoint</Application>
  <PresentationFormat>Widescreen</PresentationFormat>
  <Paragraphs>39</Paragraphs>
  <Slides>1</Slides>
  <Notes>1</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11" baseType="lpstr">
      <vt:lpstr>72</vt:lpstr>
      <vt:lpstr>72 Brand</vt:lpstr>
      <vt:lpstr>72 Brand Medium</vt:lpstr>
      <vt:lpstr>Aptos</vt:lpstr>
      <vt:lpstr>Arial</vt:lpstr>
      <vt:lpstr>Courier New</vt:lpstr>
      <vt:lpstr>Roboto</vt:lpstr>
      <vt:lpstr>Symbol</vt:lpstr>
      <vt:lpstr>SAP Template 2023</vt:lpstr>
      <vt:lpstr>think-cell Slide</vt:lpstr>
      <vt:lpstr>Services Description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Aubakirov, Aituar</dc:creator>
  <cp:lastModifiedBy>Aubakirov, Aituar</cp:lastModifiedBy>
  <cp:revision>1</cp:revision>
  <dcterms:created xsi:type="dcterms:W3CDTF">2026-10-05T13:47:28Z</dcterms:created>
  <dcterms:modified xsi:type="dcterms:W3CDTF">2026-10-05T13:52:29Z</dcterms:modified>
</cp:coreProperties>
</file>