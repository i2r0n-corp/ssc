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Proposed Services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CEE"/>
                </a:solidFill>
              </a:rPr>
              <a:t>Generated: 25/09/2026 · 1 service(s)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Services Overview (1–1)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Service 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Short 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Engagement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Test Planning Service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Helps with planning.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 Success Plan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MAX00001-01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2026-09-25T23:03:40Z</dcterms:created>
  <dcterms:modified xsi:type="dcterms:W3CDTF">2026-09-25T23:03:40Z</dcterms:modified>
</cp:coreProperties>
</file>