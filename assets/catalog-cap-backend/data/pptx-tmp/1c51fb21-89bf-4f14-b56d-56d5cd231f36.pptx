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Planning Service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TEST001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Engagement: Max Success Plan   |   Module: MAX00001-01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</a:rPr>
              <a:t>Summary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Helps with planning.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</a:rPr>
              <a:t>Details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200400"/>
            <a:ext cx="11430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 detailed planning service for enterprise customers.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6035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</a:rPr>
              <a:t>Business Scenarios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Planning &amp; Supply Chain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2026-09-25T23:03:10Z</dcterms:created>
  <dcterms:modified xsi:type="dcterms:W3CDTF">2026-09-25T23:03:10Z</dcterms:modified>
</cp:coreProperties>
</file>